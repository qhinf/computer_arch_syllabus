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4"/>
  </p:normalViewPr>
  <p:slideViewPr>
    <p:cSldViewPr snapToGrid="0">
      <p:cViewPr varScale="1">
        <p:scale>
          <a:sx n="88" d="100"/>
          <a:sy n="88" d="100"/>
        </p:scale>
        <p:origin x="17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E8EFCB-C290-0B44-82C8-D3479F80025A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nl-NL"/>
        </a:p>
      </dgm:t>
    </dgm:pt>
    <dgm:pt modelId="{4AC2E31F-CC49-614E-8E9B-64F8EB7B973C}">
      <dgm:prSet/>
      <dgm:spPr/>
      <dgm:t>
        <a:bodyPr/>
        <a:lstStyle/>
        <a:p>
          <a:r>
            <a:rPr lang="nl-NL"/>
            <a:t>AC: Accumulator</a:t>
          </a:r>
        </a:p>
      </dgm:t>
    </dgm:pt>
    <dgm:pt modelId="{13D1D7A8-5560-8446-B01C-87FA664A1959}" type="parTrans" cxnId="{825E3EED-027B-8841-A9D9-958CDEB5A610}">
      <dgm:prSet/>
      <dgm:spPr/>
      <dgm:t>
        <a:bodyPr/>
        <a:lstStyle/>
        <a:p>
          <a:endParaRPr lang="nl-NL"/>
        </a:p>
      </dgm:t>
    </dgm:pt>
    <dgm:pt modelId="{BAC9A30C-C656-1D4B-94A7-DD86C8AF59F1}" type="sibTrans" cxnId="{825E3EED-027B-8841-A9D9-958CDEB5A610}">
      <dgm:prSet/>
      <dgm:spPr/>
      <dgm:t>
        <a:bodyPr/>
        <a:lstStyle/>
        <a:p>
          <a:endParaRPr lang="nl-NL"/>
        </a:p>
      </dgm:t>
    </dgm:pt>
    <dgm:pt modelId="{7ED78D1C-9471-C449-BA2A-C6747716032C}">
      <dgm:prSet/>
      <dgm:spPr/>
      <dgm:t>
        <a:bodyPr/>
        <a:lstStyle/>
        <a:p>
          <a:r>
            <a:rPr lang="nl-NL"/>
            <a:t>PC: Program Counter</a:t>
          </a:r>
        </a:p>
      </dgm:t>
    </dgm:pt>
    <dgm:pt modelId="{CACE290C-3A82-A347-B833-B4B777078333}" type="parTrans" cxnId="{E4677AC0-9CCD-4047-9A2F-91DE55878028}">
      <dgm:prSet/>
      <dgm:spPr/>
      <dgm:t>
        <a:bodyPr/>
        <a:lstStyle/>
        <a:p>
          <a:endParaRPr lang="nl-NL"/>
        </a:p>
      </dgm:t>
    </dgm:pt>
    <dgm:pt modelId="{92F86CAD-F936-DB4B-A0CA-A40ACBDE4191}" type="sibTrans" cxnId="{E4677AC0-9CCD-4047-9A2F-91DE55878028}">
      <dgm:prSet/>
      <dgm:spPr/>
      <dgm:t>
        <a:bodyPr/>
        <a:lstStyle/>
        <a:p>
          <a:endParaRPr lang="nl-NL"/>
        </a:p>
      </dgm:t>
    </dgm:pt>
    <dgm:pt modelId="{50C47E30-FF36-C747-80B1-B3BDA8F2EEBB}">
      <dgm:prSet/>
      <dgm:spPr/>
      <dgm:t>
        <a:bodyPr/>
        <a:lstStyle/>
        <a:p>
          <a:r>
            <a:rPr lang="nl-NL"/>
            <a:t>CIR: Current Instruction Register</a:t>
          </a:r>
        </a:p>
      </dgm:t>
    </dgm:pt>
    <dgm:pt modelId="{57EE29CE-D209-104A-95A5-71D6F9AAA753}" type="parTrans" cxnId="{7B6CA8E8-B628-CF45-BD76-CD7B10C94BA2}">
      <dgm:prSet/>
      <dgm:spPr/>
      <dgm:t>
        <a:bodyPr/>
        <a:lstStyle/>
        <a:p>
          <a:endParaRPr lang="nl-NL"/>
        </a:p>
      </dgm:t>
    </dgm:pt>
    <dgm:pt modelId="{5358D611-CB10-8146-8154-1BD2F106131D}" type="sibTrans" cxnId="{7B6CA8E8-B628-CF45-BD76-CD7B10C94BA2}">
      <dgm:prSet/>
      <dgm:spPr/>
      <dgm:t>
        <a:bodyPr/>
        <a:lstStyle/>
        <a:p>
          <a:endParaRPr lang="nl-NL"/>
        </a:p>
      </dgm:t>
    </dgm:pt>
    <dgm:pt modelId="{4645048C-B139-8B44-9A54-38F39D5657F4}">
      <dgm:prSet/>
      <dgm:spPr/>
      <dgm:t>
        <a:bodyPr/>
        <a:lstStyle/>
        <a:p>
          <a:r>
            <a:rPr lang="nl-NL"/>
            <a:t>MAR: Memory Address Register</a:t>
          </a:r>
        </a:p>
      </dgm:t>
    </dgm:pt>
    <dgm:pt modelId="{556BD6BE-05C4-2849-97A6-A55A2F1DDD20}" type="parTrans" cxnId="{4BA34803-3043-5E44-848E-7CBAD7CE90AF}">
      <dgm:prSet/>
      <dgm:spPr/>
      <dgm:t>
        <a:bodyPr/>
        <a:lstStyle/>
        <a:p>
          <a:endParaRPr lang="nl-NL"/>
        </a:p>
      </dgm:t>
    </dgm:pt>
    <dgm:pt modelId="{0A7C1925-5F05-814F-AA93-5F2964C54EE2}" type="sibTrans" cxnId="{4BA34803-3043-5E44-848E-7CBAD7CE90AF}">
      <dgm:prSet/>
      <dgm:spPr/>
      <dgm:t>
        <a:bodyPr/>
        <a:lstStyle/>
        <a:p>
          <a:endParaRPr lang="nl-NL"/>
        </a:p>
      </dgm:t>
    </dgm:pt>
    <dgm:pt modelId="{F5A21E2F-4C99-544F-B9C2-D37BD79E1BEC}">
      <dgm:prSet/>
      <dgm:spPr/>
      <dgm:t>
        <a:bodyPr/>
        <a:lstStyle/>
        <a:p>
          <a:r>
            <a:rPr lang="nl-NL"/>
            <a:t>MDR: Memory Data Register</a:t>
          </a:r>
        </a:p>
      </dgm:t>
    </dgm:pt>
    <dgm:pt modelId="{E3F5F983-9F74-7648-AD02-85021601FB66}" type="parTrans" cxnId="{3DFFA5B7-04A2-A044-AF03-8B14FD9335AB}">
      <dgm:prSet/>
      <dgm:spPr/>
      <dgm:t>
        <a:bodyPr/>
        <a:lstStyle/>
        <a:p>
          <a:endParaRPr lang="nl-NL"/>
        </a:p>
      </dgm:t>
    </dgm:pt>
    <dgm:pt modelId="{E7371E89-8215-2446-B197-63B6506C706A}" type="sibTrans" cxnId="{3DFFA5B7-04A2-A044-AF03-8B14FD9335AB}">
      <dgm:prSet/>
      <dgm:spPr/>
      <dgm:t>
        <a:bodyPr/>
        <a:lstStyle/>
        <a:p>
          <a:endParaRPr lang="nl-NL"/>
        </a:p>
      </dgm:t>
    </dgm:pt>
    <dgm:pt modelId="{9B00B0F7-D3DA-FE46-9853-9BE92EB83A73}" type="pres">
      <dgm:prSet presAssocID="{25E8EFCB-C290-0B44-82C8-D3479F80025A}" presName="linear" presStyleCnt="0">
        <dgm:presLayoutVars>
          <dgm:animLvl val="lvl"/>
          <dgm:resizeHandles val="exact"/>
        </dgm:presLayoutVars>
      </dgm:prSet>
      <dgm:spPr/>
    </dgm:pt>
    <dgm:pt modelId="{B50309C5-5D45-A142-9A62-19F92F96B99F}" type="pres">
      <dgm:prSet presAssocID="{4AC2E31F-CC49-614E-8E9B-64F8EB7B973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551DCFF-4E3F-1244-B3DD-DC5E836FFFBF}" type="pres">
      <dgm:prSet presAssocID="{BAC9A30C-C656-1D4B-94A7-DD86C8AF59F1}" presName="spacer" presStyleCnt="0"/>
      <dgm:spPr/>
    </dgm:pt>
    <dgm:pt modelId="{26E69D0B-9D4A-BD4A-8C70-8C10A5F1693F}" type="pres">
      <dgm:prSet presAssocID="{7ED78D1C-9471-C449-BA2A-C6747716032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FC64E21-D0EB-B745-8662-0ADB63082B6F}" type="pres">
      <dgm:prSet presAssocID="{92F86CAD-F936-DB4B-A0CA-A40ACBDE4191}" presName="spacer" presStyleCnt="0"/>
      <dgm:spPr/>
    </dgm:pt>
    <dgm:pt modelId="{55CF462F-BF36-AB46-8CEC-DF47A7AD20AB}" type="pres">
      <dgm:prSet presAssocID="{50C47E30-FF36-C747-80B1-B3BDA8F2EEB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3B4DE5C-06D3-8040-89C4-E95BA24C5FBF}" type="pres">
      <dgm:prSet presAssocID="{5358D611-CB10-8146-8154-1BD2F106131D}" presName="spacer" presStyleCnt="0"/>
      <dgm:spPr/>
    </dgm:pt>
    <dgm:pt modelId="{06D53BFE-6D11-8B40-9072-D897D7316CF7}" type="pres">
      <dgm:prSet presAssocID="{4645048C-B139-8B44-9A54-38F39D5657F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C5C4F7B-529B-A14B-B914-97BA4119E213}" type="pres">
      <dgm:prSet presAssocID="{0A7C1925-5F05-814F-AA93-5F2964C54EE2}" presName="spacer" presStyleCnt="0"/>
      <dgm:spPr/>
    </dgm:pt>
    <dgm:pt modelId="{CE8C7E57-29BA-C846-B890-A35F9B11AAC2}" type="pres">
      <dgm:prSet presAssocID="{F5A21E2F-4C99-544F-B9C2-D37BD79E1BE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6B22B01-799D-054A-BD07-4C36C99290D6}" type="presOf" srcId="{4645048C-B139-8B44-9A54-38F39D5657F4}" destId="{06D53BFE-6D11-8B40-9072-D897D7316CF7}" srcOrd="0" destOrd="0" presId="urn:microsoft.com/office/officeart/2005/8/layout/vList2"/>
    <dgm:cxn modelId="{4BA34803-3043-5E44-848E-7CBAD7CE90AF}" srcId="{25E8EFCB-C290-0B44-82C8-D3479F80025A}" destId="{4645048C-B139-8B44-9A54-38F39D5657F4}" srcOrd="3" destOrd="0" parTransId="{556BD6BE-05C4-2849-97A6-A55A2F1DDD20}" sibTransId="{0A7C1925-5F05-814F-AA93-5F2964C54EE2}"/>
    <dgm:cxn modelId="{FD3BAC0A-8CCE-A945-BB3A-416465717D9A}" type="presOf" srcId="{50C47E30-FF36-C747-80B1-B3BDA8F2EEBB}" destId="{55CF462F-BF36-AB46-8CEC-DF47A7AD20AB}" srcOrd="0" destOrd="0" presId="urn:microsoft.com/office/officeart/2005/8/layout/vList2"/>
    <dgm:cxn modelId="{23C60F28-1642-824D-A0AD-8BA74B9AFB74}" type="presOf" srcId="{F5A21E2F-4C99-544F-B9C2-D37BD79E1BEC}" destId="{CE8C7E57-29BA-C846-B890-A35F9B11AAC2}" srcOrd="0" destOrd="0" presId="urn:microsoft.com/office/officeart/2005/8/layout/vList2"/>
    <dgm:cxn modelId="{01EE4760-C25B-1043-A740-C21BA31D06E3}" type="presOf" srcId="{7ED78D1C-9471-C449-BA2A-C6747716032C}" destId="{26E69D0B-9D4A-BD4A-8C70-8C10A5F1693F}" srcOrd="0" destOrd="0" presId="urn:microsoft.com/office/officeart/2005/8/layout/vList2"/>
    <dgm:cxn modelId="{B7BF6667-635D-1C4C-A87B-C15459E40E55}" type="presOf" srcId="{4AC2E31F-CC49-614E-8E9B-64F8EB7B973C}" destId="{B50309C5-5D45-A142-9A62-19F92F96B99F}" srcOrd="0" destOrd="0" presId="urn:microsoft.com/office/officeart/2005/8/layout/vList2"/>
    <dgm:cxn modelId="{1049B8A6-53E1-4D45-99BB-F3AE25BDEB8A}" type="presOf" srcId="{25E8EFCB-C290-0B44-82C8-D3479F80025A}" destId="{9B00B0F7-D3DA-FE46-9853-9BE92EB83A73}" srcOrd="0" destOrd="0" presId="urn:microsoft.com/office/officeart/2005/8/layout/vList2"/>
    <dgm:cxn modelId="{3DFFA5B7-04A2-A044-AF03-8B14FD9335AB}" srcId="{25E8EFCB-C290-0B44-82C8-D3479F80025A}" destId="{F5A21E2F-4C99-544F-B9C2-D37BD79E1BEC}" srcOrd="4" destOrd="0" parTransId="{E3F5F983-9F74-7648-AD02-85021601FB66}" sibTransId="{E7371E89-8215-2446-B197-63B6506C706A}"/>
    <dgm:cxn modelId="{E4677AC0-9CCD-4047-9A2F-91DE55878028}" srcId="{25E8EFCB-C290-0B44-82C8-D3479F80025A}" destId="{7ED78D1C-9471-C449-BA2A-C6747716032C}" srcOrd="1" destOrd="0" parTransId="{CACE290C-3A82-A347-B833-B4B777078333}" sibTransId="{92F86CAD-F936-DB4B-A0CA-A40ACBDE4191}"/>
    <dgm:cxn modelId="{7B6CA8E8-B628-CF45-BD76-CD7B10C94BA2}" srcId="{25E8EFCB-C290-0B44-82C8-D3479F80025A}" destId="{50C47E30-FF36-C747-80B1-B3BDA8F2EEBB}" srcOrd="2" destOrd="0" parTransId="{57EE29CE-D209-104A-95A5-71D6F9AAA753}" sibTransId="{5358D611-CB10-8146-8154-1BD2F106131D}"/>
    <dgm:cxn modelId="{825E3EED-027B-8841-A9D9-958CDEB5A610}" srcId="{25E8EFCB-C290-0B44-82C8-D3479F80025A}" destId="{4AC2E31F-CC49-614E-8E9B-64F8EB7B973C}" srcOrd="0" destOrd="0" parTransId="{13D1D7A8-5560-8446-B01C-87FA664A1959}" sibTransId="{BAC9A30C-C656-1D4B-94A7-DD86C8AF59F1}"/>
    <dgm:cxn modelId="{50C0BB62-E282-C54A-874D-FEC08B018B2E}" type="presParOf" srcId="{9B00B0F7-D3DA-FE46-9853-9BE92EB83A73}" destId="{B50309C5-5D45-A142-9A62-19F92F96B99F}" srcOrd="0" destOrd="0" presId="urn:microsoft.com/office/officeart/2005/8/layout/vList2"/>
    <dgm:cxn modelId="{C146A6D5-EF6E-0349-BE68-6774A65F23E8}" type="presParOf" srcId="{9B00B0F7-D3DA-FE46-9853-9BE92EB83A73}" destId="{5551DCFF-4E3F-1244-B3DD-DC5E836FFFBF}" srcOrd="1" destOrd="0" presId="urn:microsoft.com/office/officeart/2005/8/layout/vList2"/>
    <dgm:cxn modelId="{96064B64-138E-8B4F-BF42-218B625C5727}" type="presParOf" srcId="{9B00B0F7-D3DA-FE46-9853-9BE92EB83A73}" destId="{26E69D0B-9D4A-BD4A-8C70-8C10A5F1693F}" srcOrd="2" destOrd="0" presId="urn:microsoft.com/office/officeart/2005/8/layout/vList2"/>
    <dgm:cxn modelId="{3C5FBA02-1E0B-0045-B0A0-7DC402B107AD}" type="presParOf" srcId="{9B00B0F7-D3DA-FE46-9853-9BE92EB83A73}" destId="{5FC64E21-D0EB-B745-8662-0ADB63082B6F}" srcOrd="3" destOrd="0" presId="urn:microsoft.com/office/officeart/2005/8/layout/vList2"/>
    <dgm:cxn modelId="{3B4A1096-2981-6A42-B94F-87C2BDDBE89D}" type="presParOf" srcId="{9B00B0F7-D3DA-FE46-9853-9BE92EB83A73}" destId="{55CF462F-BF36-AB46-8CEC-DF47A7AD20AB}" srcOrd="4" destOrd="0" presId="urn:microsoft.com/office/officeart/2005/8/layout/vList2"/>
    <dgm:cxn modelId="{3D200E57-6CF1-EB49-A5A3-EC322A85426F}" type="presParOf" srcId="{9B00B0F7-D3DA-FE46-9853-9BE92EB83A73}" destId="{43B4DE5C-06D3-8040-89C4-E95BA24C5FBF}" srcOrd="5" destOrd="0" presId="urn:microsoft.com/office/officeart/2005/8/layout/vList2"/>
    <dgm:cxn modelId="{5702076A-685E-E84C-81F3-4854E42BC425}" type="presParOf" srcId="{9B00B0F7-D3DA-FE46-9853-9BE92EB83A73}" destId="{06D53BFE-6D11-8B40-9072-D897D7316CF7}" srcOrd="6" destOrd="0" presId="urn:microsoft.com/office/officeart/2005/8/layout/vList2"/>
    <dgm:cxn modelId="{0706BAD6-7598-F245-8E04-6F0BC8080DB1}" type="presParOf" srcId="{9B00B0F7-D3DA-FE46-9853-9BE92EB83A73}" destId="{0C5C4F7B-529B-A14B-B914-97BA4119E213}" srcOrd="7" destOrd="0" presId="urn:microsoft.com/office/officeart/2005/8/layout/vList2"/>
    <dgm:cxn modelId="{29D14096-ED41-F24C-B55D-4FE58A37F709}" type="presParOf" srcId="{9B00B0F7-D3DA-FE46-9853-9BE92EB83A73}" destId="{CE8C7E57-29BA-C846-B890-A35F9B11AAC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C79C94-3963-994B-9BED-C1498068CD1E}" type="doc">
      <dgm:prSet loTypeId="urn:microsoft.com/office/officeart/2005/8/layout/process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nl-NL"/>
        </a:p>
      </dgm:t>
    </dgm:pt>
    <dgm:pt modelId="{8BB827CC-9D21-2041-8691-D72019098BF3}">
      <dgm:prSet/>
      <dgm:spPr/>
      <dgm:t>
        <a:bodyPr/>
        <a:lstStyle/>
        <a:p>
          <a:r>
            <a:rPr lang="nl-NL" b="1"/>
            <a:t>Geheugen</a:t>
          </a:r>
          <a:endParaRPr lang="nl-NL"/>
        </a:p>
      </dgm:t>
    </dgm:pt>
    <dgm:pt modelId="{08B8B027-6B2F-724B-BBA2-423E66A8395C}" type="parTrans" cxnId="{A7A0924E-C4AC-614A-908F-130163FF366B}">
      <dgm:prSet/>
      <dgm:spPr/>
      <dgm:t>
        <a:bodyPr/>
        <a:lstStyle/>
        <a:p>
          <a:endParaRPr lang="nl-NL"/>
        </a:p>
      </dgm:t>
    </dgm:pt>
    <dgm:pt modelId="{1BE5F493-1CA3-EC42-B6B7-BA9156078592}" type="sibTrans" cxnId="{A7A0924E-C4AC-614A-908F-130163FF366B}">
      <dgm:prSet/>
      <dgm:spPr/>
      <dgm:t>
        <a:bodyPr/>
        <a:lstStyle/>
        <a:p>
          <a:endParaRPr lang="nl-NL"/>
        </a:p>
      </dgm:t>
    </dgm:pt>
    <dgm:pt modelId="{5E7B3EAA-698D-AF42-A245-B7ADDDCB2619}">
      <dgm:prSet/>
      <dgm:spPr/>
      <dgm:t>
        <a:bodyPr/>
        <a:lstStyle/>
        <a:p>
          <a:r>
            <a:rPr lang="nl-NL" b="1"/>
            <a:t>Fetch</a:t>
          </a:r>
          <a:endParaRPr lang="nl-NL"/>
        </a:p>
      </dgm:t>
    </dgm:pt>
    <dgm:pt modelId="{A6233CC8-1AE5-8045-AE3F-6D44B929E438}" type="parTrans" cxnId="{596F28DD-F9FD-534D-9CA1-1CD213F2C44F}">
      <dgm:prSet/>
      <dgm:spPr/>
      <dgm:t>
        <a:bodyPr/>
        <a:lstStyle/>
        <a:p>
          <a:endParaRPr lang="nl-NL"/>
        </a:p>
      </dgm:t>
    </dgm:pt>
    <dgm:pt modelId="{0DB6E5FC-BAA0-2440-8A49-1137BF051464}" type="sibTrans" cxnId="{596F28DD-F9FD-534D-9CA1-1CD213F2C44F}">
      <dgm:prSet/>
      <dgm:spPr/>
      <dgm:t>
        <a:bodyPr/>
        <a:lstStyle/>
        <a:p>
          <a:endParaRPr lang="nl-NL"/>
        </a:p>
      </dgm:t>
    </dgm:pt>
    <dgm:pt modelId="{C7F045F7-6050-E64C-BC53-FC2F8B3F8190}">
      <dgm:prSet/>
      <dgm:spPr/>
      <dgm:t>
        <a:bodyPr/>
        <a:lstStyle/>
        <a:p>
          <a:r>
            <a:rPr lang="nl-NL" b="1"/>
            <a:t>Adresbus</a:t>
          </a:r>
          <a:endParaRPr lang="nl-NL"/>
        </a:p>
      </dgm:t>
    </dgm:pt>
    <dgm:pt modelId="{10090489-31AF-764D-ACCA-9AF671C9C49B}" type="parTrans" cxnId="{CE80BD1E-FEF0-D84F-8B7B-A240C01D34BD}">
      <dgm:prSet/>
      <dgm:spPr/>
      <dgm:t>
        <a:bodyPr/>
        <a:lstStyle/>
        <a:p>
          <a:endParaRPr lang="nl-NL"/>
        </a:p>
      </dgm:t>
    </dgm:pt>
    <dgm:pt modelId="{BC77F0C6-4B3C-6846-A302-ACC24609ED9F}" type="sibTrans" cxnId="{CE80BD1E-FEF0-D84F-8B7B-A240C01D34BD}">
      <dgm:prSet/>
      <dgm:spPr/>
      <dgm:t>
        <a:bodyPr/>
        <a:lstStyle/>
        <a:p>
          <a:endParaRPr lang="nl-NL"/>
        </a:p>
      </dgm:t>
    </dgm:pt>
    <dgm:pt modelId="{3CF093E6-764D-2643-9D51-6E53558FD724}">
      <dgm:prSet/>
      <dgm:spPr/>
      <dgm:t>
        <a:bodyPr/>
        <a:lstStyle/>
        <a:p>
          <a:r>
            <a:rPr lang="nl-NL" b="1"/>
            <a:t>CU</a:t>
          </a:r>
          <a:endParaRPr lang="nl-NL"/>
        </a:p>
      </dgm:t>
    </dgm:pt>
    <dgm:pt modelId="{246DC509-E96E-8445-8892-25D3C28F992D}" type="parTrans" cxnId="{7090CE13-6D1A-FC46-9A2D-3191B4334751}">
      <dgm:prSet/>
      <dgm:spPr/>
      <dgm:t>
        <a:bodyPr/>
        <a:lstStyle/>
        <a:p>
          <a:endParaRPr lang="nl-NL"/>
        </a:p>
      </dgm:t>
    </dgm:pt>
    <dgm:pt modelId="{835079EC-6514-5E4B-8331-B3C5FAD8FD1B}" type="sibTrans" cxnId="{7090CE13-6D1A-FC46-9A2D-3191B4334751}">
      <dgm:prSet/>
      <dgm:spPr/>
      <dgm:t>
        <a:bodyPr/>
        <a:lstStyle/>
        <a:p>
          <a:endParaRPr lang="nl-NL"/>
        </a:p>
      </dgm:t>
    </dgm:pt>
    <dgm:pt modelId="{EA3155F8-FB32-B34C-A5D2-7F21B3EBB47B}">
      <dgm:prSet/>
      <dgm:spPr/>
      <dgm:t>
        <a:bodyPr/>
        <a:lstStyle/>
        <a:p>
          <a:r>
            <a:rPr lang="nl-NL" b="1"/>
            <a:t>Decode</a:t>
          </a:r>
          <a:endParaRPr lang="nl-NL"/>
        </a:p>
      </dgm:t>
    </dgm:pt>
    <dgm:pt modelId="{4977541C-A467-8E49-A9F3-7EB48FF4193E}" type="parTrans" cxnId="{7B8E7E70-7508-0946-AD06-A95321B40F21}">
      <dgm:prSet/>
      <dgm:spPr/>
      <dgm:t>
        <a:bodyPr/>
        <a:lstStyle/>
        <a:p>
          <a:endParaRPr lang="nl-NL"/>
        </a:p>
      </dgm:t>
    </dgm:pt>
    <dgm:pt modelId="{74005698-39FC-F34C-B7EB-AC94B710B548}" type="sibTrans" cxnId="{7B8E7E70-7508-0946-AD06-A95321B40F21}">
      <dgm:prSet/>
      <dgm:spPr/>
      <dgm:t>
        <a:bodyPr/>
        <a:lstStyle/>
        <a:p>
          <a:endParaRPr lang="nl-NL"/>
        </a:p>
      </dgm:t>
    </dgm:pt>
    <dgm:pt modelId="{A4583A38-6900-994F-A070-19DAF707F1F1}">
      <dgm:prSet/>
      <dgm:spPr/>
      <dgm:t>
        <a:bodyPr/>
        <a:lstStyle/>
        <a:p>
          <a:r>
            <a:rPr lang="nl-NL" b="1"/>
            <a:t>Register</a:t>
          </a:r>
          <a:endParaRPr lang="nl-NL"/>
        </a:p>
      </dgm:t>
    </dgm:pt>
    <dgm:pt modelId="{4E256407-5B71-2844-9FBC-EB0B63882C15}" type="parTrans" cxnId="{DCA13732-CF07-CB44-B5C9-1C4925FEEC30}">
      <dgm:prSet/>
      <dgm:spPr/>
      <dgm:t>
        <a:bodyPr/>
        <a:lstStyle/>
        <a:p>
          <a:endParaRPr lang="nl-NL"/>
        </a:p>
      </dgm:t>
    </dgm:pt>
    <dgm:pt modelId="{F67E4ED2-A310-9148-B735-760302A92C5D}" type="sibTrans" cxnId="{DCA13732-CF07-CB44-B5C9-1C4925FEEC30}">
      <dgm:prSet/>
      <dgm:spPr/>
      <dgm:t>
        <a:bodyPr/>
        <a:lstStyle/>
        <a:p>
          <a:endParaRPr lang="nl-NL"/>
        </a:p>
      </dgm:t>
    </dgm:pt>
    <dgm:pt modelId="{D7432121-7970-C34E-88B6-D07252C0C83A}">
      <dgm:prSet/>
      <dgm:spPr/>
      <dgm:t>
        <a:bodyPr/>
        <a:lstStyle/>
        <a:p>
          <a:r>
            <a:rPr lang="nl-NL" b="1"/>
            <a:t>ALU</a:t>
          </a:r>
          <a:endParaRPr lang="nl-NL"/>
        </a:p>
      </dgm:t>
    </dgm:pt>
    <dgm:pt modelId="{FAE6188C-D3AB-3A4B-9756-DA05B59A42DC}" type="parTrans" cxnId="{523A9226-5A2E-9E41-9D78-78EB7892EF73}">
      <dgm:prSet/>
      <dgm:spPr/>
      <dgm:t>
        <a:bodyPr/>
        <a:lstStyle/>
        <a:p>
          <a:endParaRPr lang="nl-NL"/>
        </a:p>
      </dgm:t>
    </dgm:pt>
    <dgm:pt modelId="{3BFFE65C-8F18-0947-842A-52105E1D5EA7}" type="sibTrans" cxnId="{523A9226-5A2E-9E41-9D78-78EB7892EF73}">
      <dgm:prSet/>
      <dgm:spPr/>
      <dgm:t>
        <a:bodyPr/>
        <a:lstStyle/>
        <a:p>
          <a:endParaRPr lang="nl-NL"/>
        </a:p>
      </dgm:t>
    </dgm:pt>
    <dgm:pt modelId="{AFC49BC8-52D8-0348-BBE2-1A9862278108}">
      <dgm:prSet/>
      <dgm:spPr/>
      <dgm:t>
        <a:bodyPr/>
        <a:lstStyle/>
        <a:p>
          <a:r>
            <a:rPr lang="nl-NL" b="1"/>
            <a:t>Execute</a:t>
          </a:r>
          <a:endParaRPr lang="nl-NL"/>
        </a:p>
      </dgm:t>
    </dgm:pt>
    <dgm:pt modelId="{1A5CF944-6732-734A-9952-785878EE95CE}" type="parTrans" cxnId="{54BE72AB-D5E5-2B44-A262-A93B5F5F43D8}">
      <dgm:prSet/>
      <dgm:spPr/>
      <dgm:t>
        <a:bodyPr/>
        <a:lstStyle/>
        <a:p>
          <a:endParaRPr lang="nl-NL"/>
        </a:p>
      </dgm:t>
    </dgm:pt>
    <dgm:pt modelId="{43761178-6FAD-0447-8EFB-0583C5249014}" type="sibTrans" cxnId="{54BE72AB-D5E5-2B44-A262-A93B5F5F43D8}">
      <dgm:prSet/>
      <dgm:spPr/>
      <dgm:t>
        <a:bodyPr/>
        <a:lstStyle/>
        <a:p>
          <a:endParaRPr lang="nl-NL"/>
        </a:p>
      </dgm:t>
    </dgm:pt>
    <dgm:pt modelId="{CEF30354-0B15-4E47-838A-35D2CBDDDD86}">
      <dgm:prSet/>
      <dgm:spPr/>
      <dgm:t>
        <a:bodyPr/>
        <a:lstStyle/>
        <a:p>
          <a:r>
            <a:rPr lang="nl-NL" b="1"/>
            <a:t>Register</a:t>
          </a:r>
          <a:endParaRPr lang="nl-NL"/>
        </a:p>
      </dgm:t>
    </dgm:pt>
    <dgm:pt modelId="{4FAEBC3B-1FB9-CE4B-93F0-D2819A6E3BF8}" type="parTrans" cxnId="{AD3867B7-39EF-6E4E-A64C-A73A857D540F}">
      <dgm:prSet/>
      <dgm:spPr/>
      <dgm:t>
        <a:bodyPr/>
        <a:lstStyle/>
        <a:p>
          <a:endParaRPr lang="nl-NL"/>
        </a:p>
      </dgm:t>
    </dgm:pt>
    <dgm:pt modelId="{17A1C8BD-DCAB-B448-B591-DA80CDF1DAE8}" type="sibTrans" cxnId="{AD3867B7-39EF-6E4E-A64C-A73A857D540F}">
      <dgm:prSet/>
      <dgm:spPr/>
      <dgm:t>
        <a:bodyPr/>
        <a:lstStyle/>
        <a:p>
          <a:endParaRPr lang="nl-NL"/>
        </a:p>
      </dgm:t>
    </dgm:pt>
    <dgm:pt modelId="{D54D2211-37F0-A242-BA5F-91B002EB5B4F}">
      <dgm:prSet/>
      <dgm:spPr/>
      <dgm:t>
        <a:bodyPr/>
        <a:lstStyle/>
        <a:p>
          <a:r>
            <a:rPr lang="nl-NL" b="1"/>
            <a:t>Store</a:t>
          </a:r>
          <a:endParaRPr lang="nl-NL"/>
        </a:p>
      </dgm:t>
    </dgm:pt>
    <dgm:pt modelId="{79840131-38F4-CE48-A9FD-34349091D8C0}" type="parTrans" cxnId="{5AA0302C-9855-9946-A971-92D828E4F381}">
      <dgm:prSet/>
      <dgm:spPr/>
      <dgm:t>
        <a:bodyPr/>
        <a:lstStyle/>
        <a:p>
          <a:endParaRPr lang="nl-NL"/>
        </a:p>
      </dgm:t>
    </dgm:pt>
    <dgm:pt modelId="{7C693E7B-F897-2C48-BA2A-E7A0128B887A}" type="sibTrans" cxnId="{5AA0302C-9855-9946-A971-92D828E4F381}">
      <dgm:prSet/>
      <dgm:spPr/>
      <dgm:t>
        <a:bodyPr/>
        <a:lstStyle/>
        <a:p>
          <a:endParaRPr lang="nl-NL"/>
        </a:p>
      </dgm:t>
    </dgm:pt>
    <dgm:pt modelId="{917C3CC2-AF48-1E46-BEAF-AEC32EE75646}" type="pres">
      <dgm:prSet presAssocID="{98C79C94-3963-994B-9BED-C1498068CD1E}" presName="diagram" presStyleCnt="0">
        <dgm:presLayoutVars>
          <dgm:dir/>
          <dgm:resizeHandles val="exact"/>
        </dgm:presLayoutVars>
      </dgm:prSet>
      <dgm:spPr/>
    </dgm:pt>
    <dgm:pt modelId="{6ECFC4D7-F662-E448-BC97-4EDA1E29E9F8}" type="pres">
      <dgm:prSet presAssocID="{8BB827CC-9D21-2041-8691-D72019098BF3}" presName="node" presStyleLbl="node1" presStyleIdx="0" presStyleCnt="10">
        <dgm:presLayoutVars>
          <dgm:bulletEnabled val="1"/>
        </dgm:presLayoutVars>
      </dgm:prSet>
      <dgm:spPr/>
    </dgm:pt>
    <dgm:pt modelId="{179E59BD-C2C8-1D40-90F5-12EB4261BF8F}" type="pres">
      <dgm:prSet presAssocID="{1BE5F493-1CA3-EC42-B6B7-BA9156078592}" presName="sibTrans" presStyleLbl="sibTrans2D1" presStyleIdx="0" presStyleCnt="9"/>
      <dgm:spPr/>
    </dgm:pt>
    <dgm:pt modelId="{EED85060-3EEC-E74C-A5DB-E2D59643D6A8}" type="pres">
      <dgm:prSet presAssocID="{1BE5F493-1CA3-EC42-B6B7-BA9156078592}" presName="connectorText" presStyleLbl="sibTrans2D1" presStyleIdx="0" presStyleCnt="9"/>
      <dgm:spPr/>
    </dgm:pt>
    <dgm:pt modelId="{2B24CCF6-5C0C-654C-A7BD-5054F2362891}" type="pres">
      <dgm:prSet presAssocID="{5E7B3EAA-698D-AF42-A245-B7ADDDCB2619}" presName="node" presStyleLbl="node1" presStyleIdx="1" presStyleCnt="10">
        <dgm:presLayoutVars>
          <dgm:bulletEnabled val="1"/>
        </dgm:presLayoutVars>
      </dgm:prSet>
      <dgm:spPr/>
    </dgm:pt>
    <dgm:pt modelId="{464DD754-3771-CB4D-B882-2A3C6B6638FE}" type="pres">
      <dgm:prSet presAssocID="{0DB6E5FC-BAA0-2440-8A49-1137BF051464}" presName="sibTrans" presStyleLbl="sibTrans2D1" presStyleIdx="1" presStyleCnt="9"/>
      <dgm:spPr/>
    </dgm:pt>
    <dgm:pt modelId="{4A7EDF73-2123-084F-9FFE-BC3B25F066CE}" type="pres">
      <dgm:prSet presAssocID="{0DB6E5FC-BAA0-2440-8A49-1137BF051464}" presName="connectorText" presStyleLbl="sibTrans2D1" presStyleIdx="1" presStyleCnt="9"/>
      <dgm:spPr/>
    </dgm:pt>
    <dgm:pt modelId="{66FFA536-2A13-0F49-8856-D75406DF82D2}" type="pres">
      <dgm:prSet presAssocID="{C7F045F7-6050-E64C-BC53-FC2F8B3F8190}" presName="node" presStyleLbl="node1" presStyleIdx="2" presStyleCnt="10">
        <dgm:presLayoutVars>
          <dgm:bulletEnabled val="1"/>
        </dgm:presLayoutVars>
      </dgm:prSet>
      <dgm:spPr/>
    </dgm:pt>
    <dgm:pt modelId="{EEF99893-4115-2646-8C0D-86AC2A0F703A}" type="pres">
      <dgm:prSet presAssocID="{BC77F0C6-4B3C-6846-A302-ACC24609ED9F}" presName="sibTrans" presStyleLbl="sibTrans2D1" presStyleIdx="2" presStyleCnt="9"/>
      <dgm:spPr/>
    </dgm:pt>
    <dgm:pt modelId="{448B83EF-57DD-3F46-93A0-38C950EA9293}" type="pres">
      <dgm:prSet presAssocID="{BC77F0C6-4B3C-6846-A302-ACC24609ED9F}" presName="connectorText" presStyleLbl="sibTrans2D1" presStyleIdx="2" presStyleCnt="9"/>
      <dgm:spPr/>
    </dgm:pt>
    <dgm:pt modelId="{3E15549A-13C4-9946-B618-E1ED5CE2B218}" type="pres">
      <dgm:prSet presAssocID="{3CF093E6-764D-2643-9D51-6E53558FD724}" presName="node" presStyleLbl="node1" presStyleIdx="3" presStyleCnt="10">
        <dgm:presLayoutVars>
          <dgm:bulletEnabled val="1"/>
        </dgm:presLayoutVars>
      </dgm:prSet>
      <dgm:spPr/>
    </dgm:pt>
    <dgm:pt modelId="{08734855-5444-CD47-859B-0A4D03C08EC9}" type="pres">
      <dgm:prSet presAssocID="{835079EC-6514-5E4B-8331-B3C5FAD8FD1B}" presName="sibTrans" presStyleLbl="sibTrans2D1" presStyleIdx="3" presStyleCnt="9"/>
      <dgm:spPr/>
    </dgm:pt>
    <dgm:pt modelId="{001A5E1D-02BF-E848-86D0-4504C9B67610}" type="pres">
      <dgm:prSet presAssocID="{835079EC-6514-5E4B-8331-B3C5FAD8FD1B}" presName="connectorText" presStyleLbl="sibTrans2D1" presStyleIdx="3" presStyleCnt="9"/>
      <dgm:spPr/>
    </dgm:pt>
    <dgm:pt modelId="{3A6BDE0C-6903-1641-84AE-2AAA24E63DE0}" type="pres">
      <dgm:prSet presAssocID="{EA3155F8-FB32-B34C-A5D2-7F21B3EBB47B}" presName="node" presStyleLbl="node1" presStyleIdx="4" presStyleCnt="10">
        <dgm:presLayoutVars>
          <dgm:bulletEnabled val="1"/>
        </dgm:presLayoutVars>
      </dgm:prSet>
      <dgm:spPr/>
    </dgm:pt>
    <dgm:pt modelId="{B3791784-F65A-C74F-8CAE-20987806E726}" type="pres">
      <dgm:prSet presAssocID="{74005698-39FC-F34C-B7EB-AC94B710B548}" presName="sibTrans" presStyleLbl="sibTrans2D1" presStyleIdx="4" presStyleCnt="9"/>
      <dgm:spPr/>
    </dgm:pt>
    <dgm:pt modelId="{BFBEAA8C-918D-0D45-A4D2-5819FE20DF9C}" type="pres">
      <dgm:prSet presAssocID="{74005698-39FC-F34C-B7EB-AC94B710B548}" presName="connectorText" presStyleLbl="sibTrans2D1" presStyleIdx="4" presStyleCnt="9"/>
      <dgm:spPr/>
    </dgm:pt>
    <dgm:pt modelId="{C90CBB15-3CF7-1F4D-A04B-0E4EEFEB122F}" type="pres">
      <dgm:prSet presAssocID="{A4583A38-6900-994F-A070-19DAF707F1F1}" presName="node" presStyleLbl="node1" presStyleIdx="5" presStyleCnt="10">
        <dgm:presLayoutVars>
          <dgm:bulletEnabled val="1"/>
        </dgm:presLayoutVars>
      </dgm:prSet>
      <dgm:spPr/>
    </dgm:pt>
    <dgm:pt modelId="{E41E0ADB-820C-F241-AD55-26CA3B878ED2}" type="pres">
      <dgm:prSet presAssocID="{F67E4ED2-A310-9148-B735-760302A92C5D}" presName="sibTrans" presStyleLbl="sibTrans2D1" presStyleIdx="5" presStyleCnt="9"/>
      <dgm:spPr/>
    </dgm:pt>
    <dgm:pt modelId="{1D50A2DC-9361-FD42-BD5E-1EA6C245ADE1}" type="pres">
      <dgm:prSet presAssocID="{F67E4ED2-A310-9148-B735-760302A92C5D}" presName="connectorText" presStyleLbl="sibTrans2D1" presStyleIdx="5" presStyleCnt="9"/>
      <dgm:spPr/>
    </dgm:pt>
    <dgm:pt modelId="{639D41F8-E9FD-C44E-AAF5-DE774B364891}" type="pres">
      <dgm:prSet presAssocID="{D7432121-7970-C34E-88B6-D07252C0C83A}" presName="node" presStyleLbl="node1" presStyleIdx="6" presStyleCnt="10">
        <dgm:presLayoutVars>
          <dgm:bulletEnabled val="1"/>
        </dgm:presLayoutVars>
      </dgm:prSet>
      <dgm:spPr/>
    </dgm:pt>
    <dgm:pt modelId="{AE85299F-1FC2-2341-8DE3-957C06BD6609}" type="pres">
      <dgm:prSet presAssocID="{3BFFE65C-8F18-0947-842A-52105E1D5EA7}" presName="sibTrans" presStyleLbl="sibTrans2D1" presStyleIdx="6" presStyleCnt="9"/>
      <dgm:spPr/>
    </dgm:pt>
    <dgm:pt modelId="{164D9154-4E33-4349-9C37-8A04C86062DF}" type="pres">
      <dgm:prSet presAssocID="{3BFFE65C-8F18-0947-842A-52105E1D5EA7}" presName="connectorText" presStyleLbl="sibTrans2D1" presStyleIdx="6" presStyleCnt="9"/>
      <dgm:spPr/>
    </dgm:pt>
    <dgm:pt modelId="{F957FEC3-8E1A-4E46-B561-6896D680F96D}" type="pres">
      <dgm:prSet presAssocID="{AFC49BC8-52D8-0348-BBE2-1A9862278108}" presName="node" presStyleLbl="node1" presStyleIdx="7" presStyleCnt="10">
        <dgm:presLayoutVars>
          <dgm:bulletEnabled val="1"/>
        </dgm:presLayoutVars>
      </dgm:prSet>
      <dgm:spPr/>
    </dgm:pt>
    <dgm:pt modelId="{26898997-FD0B-F64E-B3A3-0E286F3F1DED}" type="pres">
      <dgm:prSet presAssocID="{43761178-6FAD-0447-8EFB-0583C5249014}" presName="sibTrans" presStyleLbl="sibTrans2D1" presStyleIdx="7" presStyleCnt="9"/>
      <dgm:spPr/>
    </dgm:pt>
    <dgm:pt modelId="{4F98B891-920C-514A-92ED-DC840104E0D9}" type="pres">
      <dgm:prSet presAssocID="{43761178-6FAD-0447-8EFB-0583C5249014}" presName="connectorText" presStyleLbl="sibTrans2D1" presStyleIdx="7" presStyleCnt="9"/>
      <dgm:spPr/>
    </dgm:pt>
    <dgm:pt modelId="{3A1E6F32-CF66-5849-8991-B8527CBE92C4}" type="pres">
      <dgm:prSet presAssocID="{CEF30354-0B15-4E47-838A-35D2CBDDDD86}" presName="node" presStyleLbl="node1" presStyleIdx="8" presStyleCnt="10">
        <dgm:presLayoutVars>
          <dgm:bulletEnabled val="1"/>
        </dgm:presLayoutVars>
      </dgm:prSet>
      <dgm:spPr/>
    </dgm:pt>
    <dgm:pt modelId="{92E87463-789C-934D-BC97-D3C90C38DAF8}" type="pres">
      <dgm:prSet presAssocID="{17A1C8BD-DCAB-B448-B591-DA80CDF1DAE8}" presName="sibTrans" presStyleLbl="sibTrans2D1" presStyleIdx="8" presStyleCnt="9"/>
      <dgm:spPr/>
    </dgm:pt>
    <dgm:pt modelId="{E6C79452-B362-8147-B3D7-327499B2807F}" type="pres">
      <dgm:prSet presAssocID="{17A1C8BD-DCAB-B448-B591-DA80CDF1DAE8}" presName="connectorText" presStyleLbl="sibTrans2D1" presStyleIdx="8" presStyleCnt="9"/>
      <dgm:spPr/>
    </dgm:pt>
    <dgm:pt modelId="{D5D63F65-6D36-7F41-8DB6-3EEECF370467}" type="pres">
      <dgm:prSet presAssocID="{D54D2211-37F0-A242-BA5F-91B002EB5B4F}" presName="node" presStyleLbl="node1" presStyleIdx="9" presStyleCnt="10">
        <dgm:presLayoutVars>
          <dgm:bulletEnabled val="1"/>
        </dgm:presLayoutVars>
      </dgm:prSet>
      <dgm:spPr/>
    </dgm:pt>
  </dgm:ptLst>
  <dgm:cxnLst>
    <dgm:cxn modelId="{D48F0100-865B-DE43-9649-92EF59B05BC1}" type="presOf" srcId="{0DB6E5FC-BAA0-2440-8A49-1137BF051464}" destId="{464DD754-3771-CB4D-B882-2A3C6B6638FE}" srcOrd="0" destOrd="0" presId="urn:microsoft.com/office/officeart/2005/8/layout/process5"/>
    <dgm:cxn modelId="{CC8FB702-66D7-2A49-8E82-853BB6660507}" type="presOf" srcId="{BC77F0C6-4B3C-6846-A302-ACC24609ED9F}" destId="{EEF99893-4115-2646-8C0D-86AC2A0F703A}" srcOrd="0" destOrd="0" presId="urn:microsoft.com/office/officeart/2005/8/layout/process5"/>
    <dgm:cxn modelId="{2CAA150B-1C7A-E04E-B5EB-BE9702D8990D}" type="presOf" srcId="{1BE5F493-1CA3-EC42-B6B7-BA9156078592}" destId="{EED85060-3EEC-E74C-A5DB-E2D59643D6A8}" srcOrd="1" destOrd="0" presId="urn:microsoft.com/office/officeart/2005/8/layout/process5"/>
    <dgm:cxn modelId="{7090CE13-6D1A-FC46-9A2D-3191B4334751}" srcId="{98C79C94-3963-994B-9BED-C1498068CD1E}" destId="{3CF093E6-764D-2643-9D51-6E53558FD724}" srcOrd="3" destOrd="0" parTransId="{246DC509-E96E-8445-8892-25D3C28F992D}" sibTransId="{835079EC-6514-5E4B-8331-B3C5FAD8FD1B}"/>
    <dgm:cxn modelId="{BDF65515-6EAC-7D44-BD9E-C2F302D266E8}" type="presOf" srcId="{CEF30354-0B15-4E47-838A-35D2CBDDDD86}" destId="{3A1E6F32-CF66-5849-8991-B8527CBE92C4}" srcOrd="0" destOrd="0" presId="urn:microsoft.com/office/officeart/2005/8/layout/process5"/>
    <dgm:cxn modelId="{CE80BD1E-FEF0-D84F-8B7B-A240C01D34BD}" srcId="{98C79C94-3963-994B-9BED-C1498068CD1E}" destId="{C7F045F7-6050-E64C-BC53-FC2F8B3F8190}" srcOrd="2" destOrd="0" parTransId="{10090489-31AF-764D-ACCA-9AF671C9C49B}" sibTransId="{BC77F0C6-4B3C-6846-A302-ACC24609ED9F}"/>
    <dgm:cxn modelId="{523A9226-5A2E-9E41-9D78-78EB7892EF73}" srcId="{98C79C94-3963-994B-9BED-C1498068CD1E}" destId="{D7432121-7970-C34E-88B6-D07252C0C83A}" srcOrd="6" destOrd="0" parTransId="{FAE6188C-D3AB-3A4B-9756-DA05B59A42DC}" sibTransId="{3BFFE65C-8F18-0947-842A-52105E1D5EA7}"/>
    <dgm:cxn modelId="{F035A92B-986D-244C-BEED-A65AB8B26A56}" type="presOf" srcId="{0DB6E5FC-BAA0-2440-8A49-1137BF051464}" destId="{4A7EDF73-2123-084F-9FFE-BC3B25F066CE}" srcOrd="1" destOrd="0" presId="urn:microsoft.com/office/officeart/2005/8/layout/process5"/>
    <dgm:cxn modelId="{5AA0302C-9855-9946-A971-92D828E4F381}" srcId="{98C79C94-3963-994B-9BED-C1498068CD1E}" destId="{D54D2211-37F0-A242-BA5F-91B002EB5B4F}" srcOrd="9" destOrd="0" parTransId="{79840131-38F4-CE48-A9FD-34349091D8C0}" sibTransId="{7C693E7B-F897-2C48-BA2A-E7A0128B887A}"/>
    <dgm:cxn modelId="{8D3C152E-C8B0-9A4A-9B34-941F05382C65}" type="presOf" srcId="{43761178-6FAD-0447-8EFB-0583C5249014}" destId="{4F98B891-920C-514A-92ED-DC840104E0D9}" srcOrd="1" destOrd="0" presId="urn:microsoft.com/office/officeart/2005/8/layout/process5"/>
    <dgm:cxn modelId="{36A6942E-2958-D343-9A71-418FC1029D01}" type="presOf" srcId="{98C79C94-3963-994B-9BED-C1498068CD1E}" destId="{917C3CC2-AF48-1E46-BEAF-AEC32EE75646}" srcOrd="0" destOrd="0" presId="urn:microsoft.com/office/officeart/2005/8/layout/process5"/>
    <dgm:cxn modelId="{DCA13732-CF07-CB44-B5C9-1C4925FEEC30}" srcId="{98C79C94-3963-994B-9BED-C1498068CD1E}" destId="{A4583A38-6900-994F-A070-19DAF707F1F1}" srcOrd="5" destOrd="0" parTransId="{4E256407-5B71-2844-9FBC-EB0B63882C15}" sibTransId="{F67E4ED2-A310-9148-B735-760302A92C5D}"/>
    <dgm:cxn modelId="{EDFE4738-8BE7-FE4B-A0D2-7713BC514618}" type="presOf" srcId="{8BB827CC-9D21-2041-8691-D72019098BF3}" destId="{6ECFC4D7-F662-E448-BC97-4EDA1E29E9F8}" srcOrd="0" destOrd="0" presId="urn:microsoft.com/office/officeart/2005/8/layout/process5"/>
    <dgm:cxn modelId="{E806213F-4A47-304B-8C3A-CFA52121803B}" type="presOf" srcId="{D7432121-7970-C34E-88B6-D07252C0C83A}" destId="{639D41F8-E9FD-C44E-AAF5-DE774B364891}" srcOrd="0" destOrd="0" presId="urn:microsoft.com/office/officeart/2005/8/layout/process5"/>
    <dgm:cxn modelId="{A09A2E45-8C64-2741-82DF-5F7DC2AC0301}" type="presOf" srcId="{74005698-39FC-F34C-B7EB-AC94B710B548}" destId="{BFBEAA8C-918D-0D45-A4D2-5819FE20DF9C}" srcOrd="1" destOrd="0" presId="urn:microsoft.com/office/officeart/2005/8/layout/process5"/>
    <dgm:cxn modelId="{A7A0924E-C4AC-614A-908F-130163FF366B}" srcId="{98C79C94-3963-994B-9BED-C1498068CD1E}" destId="{8BB827CC-9D21-2041-8691-D72019098BF3}" srcOrd="0" destOrd="0" parTransId="{08B8B027-6B2F-724B-BBA2-423E66A8395C}" sibTransId="{1BE5F493-1CA3-EC42-B6B7-BA9156078592}"/>
    <dgm:cxn modelId="{63858D62-117A-6548-9338-057B457A147C}" type="presOf" srcId="{3BFFE65C-8F18-0947-842A-52105E1D5EA7}" destId="{AE85299F-1FC2-2341-8DE3-957C06BD6609}" srcOrd="0" destOrd="0" presId="urn:microsoft.com/office/officeart/2005/8/layout/process5"/>
    <dgm:cxn modelId="{47B83A65-612B-DD4B-9A17-B31B85AE4C19}" type="presOf" srcId="{AFC49BC8-52D8-0348-BBE2-1A9862278108}" destId="{F957FEC3-8E1A-4E46-B561-6896D680F96D}" srcOrd="0" destOrd="0" presId="urn:microsoft.com/office/officeart/2005/8/layout/process5"/>
    <dgm:cxn modelId="{7B8E7E70-7508-0946-AD06-A95321B40F21}" srcId="{98C79C94-3963-994B-9BED-C1498068CD1E}" destId="{EA3155F8-FB32-B34C-A5D2-7F21B3EBB47B}" srcOrd="4" destOrd="0" parTransId="{4977541C-A467-8E49-A9F3-7EB48FF4193E}" sibTransId="{74005698-39FC-F34C-B7EB-AC94B710B548}"/>
    <dgm:cxn modelId="{07C24071-7489-6B45-B9D4-4E32FDEA3F3B}" type="presOf" srcId="{3CF093E6-764D-2643-9D51-6E53558FD724}" destId="{3E15549A-13C4-9946-B618-E1ED5CE2B218}" srcOrd="0" destOrd="0" presId="urn:microsoft.com/office/officeart/2005/8/layout/process5"/>
    <dgm:cxn modelId="{FFD22483-AF44-DA42-83AF-6A4EBDE61468}" type="presOf" srcId="{835079EC-6514-5E4B-8331-B3C5FAD8FD1B}" destId="{08734855-5444-CD47-859B-0A4D03C08EC9}" srcOrd="0" destOrd="0" presId="urn:microsoft.com/office/officeart/2005/8/layout/process5"/>
    <dgm:cxn modelId="{F460C08C-A40B-5C46-A6A6-8F946BC6F1B3}" type="presOf" srcId="{C7F045F7-6050-E64C-BC53-FC2F8B3F8190}" destId="{66FFA536-2A13-0F49-8856-D75406DF82D2}" srcOrd="0" destOrd="0" presId="urn:microsoft.com/office/officeart/2005/8/layout/process5"/>
    <dgm:cxn modelId="{990EDC91-FF63-C249-9700-A14771B2EC45}" type="presOf" srcId="{F67E4ED2-A310-9148-B735-760302A92C5D}" destId="{1D50A2DC-9361-FD42-BD5E-1EA6C245ADE1}" srcOrd="1" destOrd="0" presId="urn:microsoft.com/office/officeart/2005/8/layout/process5"/>
    <dgm:cxn modelId="{4481A199-98E1-6C45-BABB-162837D9CDC7}" type="presOf" srcId="{F67E4ED2-A310-9148-B735-760302A92C5D}" destId="{E41E0ADB-820C-F241-AD55-26CA3B878ED2}" srcOrd="0" destOrd="0" presId="urn:microsoft.com/office/officeart/2005/8/layout/process5"/>
    <dgm:cxn modelId="{60A0C8A1-072D-094F-B7F5-CA7BDC119B49}" type="presOf" srcId="{A4583A38-6900-994F-A070-19DAF707F1F1}" destId="{C90CBB15-3CF7-1F4D-A04B-0E4EEFEB122F}" srcOrd="0" destOrd="0" presId="urn:microsoft.com/office/officeart/2005/8/layout/process5"/>
    <dgm:cxn modelId="{54BE72AB-D5E5-2B44-A262-A93B5F5F43D8}" srcId="{98C79C94-3963-994B-9BED-C1498068CD1E}" destId="{AFC49BC8-52D8-0348-BBE2-1A9862278108}" srcOrd="7" destOrd="0" parTransId="{1A5CF944-6732-734A-9952-785878EE95CE}" sibTransId="{43761178-6FAD-0447-8EFB-0583C5249014}"/>
    <dgm:cxn modelId="{F43934AC-1338-DF47-BE34-CA7FA1F42FFB}" type="presOf" srcId="{D54D2211-37F0-A242-BA5F-91B002EB5B4F}" destId="{D5D63F65-6D36-7F41-8DB6-3EEECF370467}" srcOrd="0" destOrd="0" presId="urn:microsoft.com/office/officeart/2005/8/layout/process5"/>
    <dgm:cxn modelId="{8D79BBAD-953B-E244-B278-D5BA20FFB201}" type="presOf" srcId="{43761178-6FAD-0447-8EFB-0583C5249014}" destId="{26898997-FD0B-F64E-B3A3-0E286F3F1DED}" srcOrd="0" destOrd="0" presId="urn:microsoft.com/office/officeart/2005/8/layout/process5"/>
    <dgm:cxn modelId="{AB86E9AE-6485-7F44-A554-1D28ECD46A5F}" type="presOf" srcId="{1BE5F493-1CA3-EC42-B6B7-BA9156078592}" destId="{179E59BD-C2C8-1D40-90F5-12EB4261BF8F}" srcOrd="0" destOrd="0" presId="urn:microsoft.com/office/officeart/2005/8/layout/process5"/>
    <dgm:cxn modelId="{6A048EB5-DAE4-2E4E-B5AD-DF38778E0073}" type="presOf" srcId="{3BFFE65C-8F18-0947-842A-52105E1D5EA7}" destId="{164D9154-4E33-4349-9C37-8A04C86062DF}" srcOrd="1" destOrd="0" presId="urn:microsoft.com/office/officeart/2005/8/layout/process5"/>
    <dgm:cxn modelId="{AD3867B7-39EF-6E4E-A64C-A73A857D540F}" srcId="{98C79C94-3963-994B-9BED-C1498068CD1E}" destId="{CEF30354-0B15-4E47-838A-35D2CBDDDD86}" srcOrd="8" destOrd="0" parTransId="{4FAEBC3B-1FB9-CE4B-93F0-D2819A6E3BF8}" sibTransId="{17A1C8BD-DCAB-B448-B591-DA80CDF1DAE8}"/>
    <dgm:cxn modelId="{790BBCC8-8230-A54B-871E-AEF13226ED2A}" type="presOf" srcId="{74005698-39FC-F34C-B7EB-AC94B710B548}" destId="{B3791784-F65A-C74F-8CAE-20987806E726}" srcOrd="0" destOrd="0" presId="urn:microsoft.com/office/officeart/2005/8/layout/process5"/>
    <dgm:cxn modelId="{F5EAB8CA-629E-3345-ACC8-2F4CA30987F2}" type="presOf" srcId="{5E7B3EAA-698D-AF42-A245-B7ADDDCB2619}" destId="{2B24CCF6-5C0C-654C-A7BD-5054F2362891}" srcOrd="0" destOrd="0" presId="urn:microsoft.com/office/officeart/2005/8/layout/process5"/>
    <dgm:cxn modelId="{EEDFF3CF-89D6-A840-9A64-EF127DB12D2B}" type="presOf" srcId="{BC77F0C6-4B3C-6846-A302-ACC24609ED9F}" destId="{448B83EF-57DD-3F46-93A0-38C950EA9293}" srcOrd="1" destOrd="0" presId="urn:microsoft.com/office/officeart/2005/8/layout/process5"/>
    <dgm:cxn modelId="{B31516D2-E6B3-2C44-B61F-D8D01BBAE4EC}" type="presOf" srcId="{EA3155F8-FB32-B34C-A5D2-7F21B3EBB47B}" destId="{3A6BDE0C-6903-1641-84AE-2AAA24E63DE0}" srcOrd="0" destOrd="0" presId="urn:microsoft.com/office/officeart/2005/8/layout/process5"/>
    <dgm:cxn modelId="{36E487D2-4A0D-CF48-94A9-CFD925D78198}" type="presOf" srcId="{835079EC-6514-5E4B-8331-B3C5FAD8FD1B}" destId="{001A5E1D-02BF-E848-86D0-4504C9B67610}" srcOrd="1" destOrd="0" presId="urn:microsoft.com/office/officeart/2005/8/layout/process5"/>
    <dgm:cxn modelId="{3CB8D9D3-9A9B-1E48-AB61-91448A7DE345}" type="presOf" srcId="{17A1C8BD-DCAB-B448-B591-DA80CDF1DAE8}" destId="{E6C79452-B362-8147-B3D7-327499B2807F}" srcOrd="1" destOrd="0" presId="urn:microsoft.com/office/officeart/2005/8/layout/process5"/>
    <dgm:cxn modelId="{596F28DD-F9FD-534D-9CA1-1CD213F2C44F}" srcId="{98C79C94-3963-994B-9BED-C1498068CD1E}" destId="{5E7B3EAA-698D-AF42-A245-B7ADDDCB2619}" srcOrd="1" destOrd="0" parTransId="{A6233CC8-1AE5-8045-AE3F-6D44B929E438}" sibTransId="{0DB6E5FC-BAA0-2440-8A49-1137BF051464}"/>
    <dgm:cxn modelId="{80E5E8E1-C13E-0E47-8C38-A1357F9F4601}" type="presOf" srcId="{17A1C8BD-DCAB-B448-B591-DA80CDF1DAE8}" destId="{92E87463-789C-934D-BC97-D3C90C38DAF8}" srcOrd="0" destOrd="0" presId="urn:microsoft.com/office/officeart/2005/8/layout/process5"/>
    <dgm:cxn modelId="{4EEB0633-2111-884C-A766-C73C189FB2EC}" type="presParOf" srcId="{917C3CC2-AF48-1E46-BEAF-AEC32EE75646}" destId="{6ECFC4D7-F662-E448-BC97-4EDA1E29E9F8}" srcOrd="0" destOrd="0" presId="urn:microsoft.com/office/officeart/2005/8/layout/process5"/>
    <dgm:cxn modelId="{88A5D8E4-3253-0B45-B9AF-D1776311E5EB}" type="presParOf" srcId="{917C3CC2-AF48-1E46-BEAF-AEC32EE75646}" destId="{179E59BD-C2C8-1D40-90F5-12EB4261BF8F}" srcOrd="1" destOrd="0" presId="urn:microsoft.com/office/officeart/2005/8/layout/process5"/>
    <dgm:cxn modelId="{D8A5653A-CCBB-9B4D-8BC4-333D1AE5CF79}" type="presParOf" srcId="{179E59BD-C2C8-1D40-90F5-12EB4261BF8F}" destId="{EED85060-3EEC-E74C-A5DB-E2D59643D6A8}" srcOrd="0" destOrd="0" presId="urn:microsoft.com/office/officeart/2005/8/layout/process5"/>
    <dgm:cxn modelId="{7A2F1064-4D8F-564C-B1BD-F57B257C7B99}" type="presParOf" srcId="{917C3CC2-AF48-1E46-BEAF-AEC32EE75646}" destId="{2B24CCF6-5C0C-654C-A7BD-5054F2362891}" srcOrd="2" destOrd="0" presId="urn:microsoft.com/office/officeart/2005/8/layout/process5"/>
    <dgm:cxn modelId="{D61BF78E-2821-A24A-A0A4-84D3929FB635}" type="presParOf" srcId="{917C3CC2-AF48-1E46-BEAF-AEC32EE75646}" destId="{464DD754-3771-CB4D-B882-2A3C6B6638FE}" srcOrd="3" destOrd="0" presId="urn:microsoft.com/office/officeart/2005/8/layout/process5"/>
    <dgm:cxn modelId="{11AB04AE-3CB6-1E4F-952D-984C2C81C734}" type="presParOf" srcId="{464DD754-3771-CB4D-B882-2A3C6B6638FE}" destId="{4A7EDF73-2123-084F-9FFE-BC3B25F066CE}" srcOrd="0" destOrd="0" presId="urn:microsoft.com/office/officeart/2005/8/layout/process5"/>
    <dgm:cxn modelId="{A7B45FD9-9526-E645-8142-420030B701C8}" type="presParOf" srcId="{917C3CC2-AF48-1E46-BEAF-AEC32EE75646}" destId="{66FFA536-2A13-0F49-8856-D75406DF82D2}" srcOrd="4" destOrd="0" presId="urn:microsoft.com/office/officeart/2005/8/layout/process5"/>
    <dgm:cxn modelId="{88136A49-64E4-7748-9BDB-B9478F56EC8E}" type="presParOf" srcId="{917C3CC2-AF48-1E46-BEAF-AEC32EE75646}" destId="{EEF99893-4115-2646-8C0D-86AC2A0F703A}" srcOrd="5" destOrd="0" presId="urn:microsoft.com/office/officeart/2005/8/layout/process5"/>
    <dgm:cxn modelId="{F986EBF0-F2F8-C341-AD8D-80DE82E268FD}" type="presParOf" srcId="{EEF99893-4115-2646-8C0D-86AC2A0F703A}" destId="{448B83EF-57DD-3F46-93A0-38C950EA9293}" srcOrd="0" destOrd="0" presId="urn:microsoft.com/office/officeart/2005/8/layout/process5"/>
    <dgm:cxn modelId="{36070AC3-9B53-C74A-B9FC-8A2AEA13A352}" type="presParOf" srcId="{917C3CC2-AF48-1E46-BEAF-AEC32EE75646}" destId="{3E15549A-13C4-9946-B618-E1ED5CE2B218}" srcOrd="6" destOrd="0" presId="urn:microsoft.com/office/officeart/2005/8/layout/process5"/>
    <dgm:cxn modelId="{B1C6609B-15BA-AE47-9A16-075F86808C9F}" type="presParOf" srcId="{917C3CC2-AF48-1E46-BEAF-AEC32EE75646}" destId="{08734855-5444-CD47-859B-0A4D03C08EC9}" srcOrd="7" destOrd="0" presId="urn:microsoft.com/office/officeart/2005/8/layout/process5"/>
    <dgm:cxn modelId="{6C01276F-705E-FB45-8237-81B243667D53}" type="presParOf" srcId="{08734855-5444-CD47-859B-0A4D03C08EC9}" destId="{001A5E1D-02BF-E848-86D0-4504C9B67610}" srcOrd="0" destOrd="0" presId="urn:microsoft.com/office/officeart/2005/8/layout/process5"/>
    <dgm:cxn modelId="{50693055-CB8E-274D-989D-549A159ABD9D}" type="presParOf" srcId="{917C3CC2-AF48-1E46-BEAF-AEC32EE75646}" destId="{3A6BDE0C-6903-1641-84AE-2AAA24E63DE0}" srcOrd="8" destOrd="0" presId="urn:microsoft.com/office/officeart/2005/8/layout/process5"/>
    <dgm:cxn modelId="{7CD983B1-587E-684D-A24C-9E4DBE10FC53}" type="presParOf" srcId="{917C3CC2-AF48-1E46-BEAF-AEC32EE75646}" destId="{B3791784-F65A-C74F-8CAE-20987806E726}" srcOrd="9" destOrd="0" presId="urn:microsoft.com/office/officeart/2005/8/layout/process5"/>
    <dgm:cxn modelId="{4C9950E1-37BE-934A-BBD1-319A7A158D75}" type="presParOf" srcId="{B3791784-F65A-C74F-8CAE-20987806E726}" destId="{BFBEAA8C-918D-0D45-A4D2-5819FE20DF9C}" srcOrd="0" destOrd="0" presId="urn:microsoft.com/office/officeart/2005/8/layout/process5"/>
    <dgm:cxn modelId="{23A5B2EF-0AE1-D74B-90F3-B4DA83D91F0C}" type="presParOf" srcId="{917C3CC2-AF48-1E46-BEAF-AEC32EE75646}" destId="{C90CBB15-3CF7-1F4D-A04B-0E4EEFEB122F}" srcOrd="10" destOrd="0" presId="urn:microsoft.com/office/officeart/2005/8/layout/process5"/>
    <dgm:cxn modelId="{FAE02F62-7A6F-764A-BA04-CE838D2F9581}" type="presParOf" srcId="{917C3CC2-AF48-1E46-BEAF-AEC32EE75646}" destId="{E41E0ADB-820C-F241-AD55-26CA3B878ED2}" srcOrd="11" destOrd="0" presId="urn:microsoft.com/office/officeart/2005/8/layout/process5"/>
    <dgm:cxn modelId="{7BD79F6E-B8FD-C543-BD34-77971B1E005F}" type="presParOf" srcId="{E41E0ADB-820C-F241-AD55-26CA3B878ED2}" destId="{1D50A2DC-9361-FD42-BD5E-1EA6C245ADE1}" srcOrd="0" destOrd="0" presId="urn:microsoft.com/office/officeart/2005/8/layout/process5"/>
    <dgm:cxn modelId="{33111CE5-8A2B-6E40-A080-23A0845679FB}" type="presParOf" srcId="{917C3CC2-AF48-1E46-BEAF-AEC32EE75646}" destId="{639D41F8-E9FD-C44E-AAF5-DE774B364891}" srcOrd="12" destOrd="0" presId="urn:microsoft.com/office/officeart/2005/8/layout/process5"/>
    <dgm:cxn modelId="{8DE50EE5-3E3B-E043-B190-BAF3CF6B6702}" type="presParOf" srcId="{917C3CC2-AF48-1E46-BEAF-AEC32EE75646}" destId="{AE85299F-1FC2-2341-8DE3-957C06BD6609}" srcOrd="13" destOrd="0" presId="urn:microsoft.com/office/officeart/2005/8/layout/process5"/>
    <dgm:cxn modelId="{8BCD80B4-D521-8246-8488-2BF803C35D93}" type="presParOf" srcId="{AE85299F-1FC2-2341-8DE3-957C06BD6609}" destId="{164D9154-4E33-4349-9C37-8A04C86062DF}" srcOrd="0" destOrd="0" presId="urn:microsoft.com/office/officeart/2005/8/layout/process5"/>
    <dgm:cxn modelId="{41501E22-8AD8-B64A-B672-116D0A922B12}" type="presParOf" srcId="{917C3CC2-AF48-1E46-BEAF-AEC32EE75646}" destId="{F957FEC3-8E1A-4E46-B561-6896D680F96D}" srcOrd="14" destOrd="0" presId="urn:microsoft.com/office/officeart/2005/8/layout/process5"/>
    <dgm:cxn modelId="{0C4697FF-BE0B-1F40-AABD-55642985793E}" type="presParOf" srcId="{917C3CC2-AF48-1E46-BEAF-AEC32EE75646}" destId="{26898997-FD0B-F64E-B3A3-0E286F3F1DED}" srcOrd="15" destOrd="0" presId="urn:microsoft.com/office/officeart/2005/8/layout/process5"/>
    <dgm:cxn modelId="{260F8B0D-81E5-8B4B-8F5C-8534DD877895}" type="presParOf" srcId="{26898997-FD0B-F64E-B3A3-0E286F3F1DED}" destId="{4F98B891-920C-514A-92ED-DC840104E0D9}" srcOrd="0" destOrd="0" presId="urn:microsoft.com/office/officeart/2005/8/layout/process5"/>
    <dgm:cxn modelId="{FF5EE326-632E-EF4A-8487-CD343E7DF50E}" type="presParOf" srcId="{917C3CC2-AF48-1E46-BEAF-AEC32EE75646}" destId="{3A1E6F32-CF66-5849-8991-B8527CBE92C4}" srcOrd="16" destOrd="0" presId="urn:microsoft.com/office/officeart/2005/8/layout/process5"/>
    <dgm:cxn modelId="{6B889F9A-FA91-5C48-9978-4D1F3D8859B1}" type="presParOf" srcId="{917C3CC2-AF48-1E46-BEAF-AEC32EE75646}" destId="{92E87463-789C-934D-BC97-D3C90C38DAF8}" srcOrd="17" destOrd="0" presId="urn:microsoft.com/office/officeart/2005/8/layout/process5"/>
    <dgm:cxn modelId="{D5540E2C-027B-3B4E-8A34-CC26CA0CF33E}" type="presParOf" srcId="{92E87463-789C-934D-BC97-D3C90C38DAF8}" destId="{E6C79452-B362-8147-B3D7-327499B2807F}" srcOrd="0" destOrd="0" presId="urn:microsoft.com/office/officeart/2005/8/layout/process5"/>
    <dgm:cxn modelId="{99CB3671-018E-F54D-8D61-26F573252772}" type="presParOf" srcId="{917C3CC2-AF48-1E46-BEAF-AEC32EE75646}" destId="{D5D63F65-6D36-7F41-8DB6-3EEECF370467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309C5-5D45-A142-9A62-19F92F96B99F}">
      <dsp:nvSpPr>
        <dsp:cNvPr id="0" name=""/>
        <dsp:cNvSpPr/>
      </dsp:nvSpPr>
      <dsp:spPr>
        <a:xfrm>
          <a:off x="0" y="64172"/>
          <a:ext cx="4176583" cy="3439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/>
            <a:t>AC: Accumulator</a:t>
          </a:r>
        </a:p>
      </dsp:txBody>
      <dsp:txXfrm>
        <a:off x="16792" y="80964"/>
        <a:ext cx="4142999" cy="310396"/>
      </dsp:txXfrm>
    </dsp:sp>
    <dsp:sp modelId="{26E69D0B-9D4A-BD4A-8C70-8C10A5F1693F}">
      <dsp:nvSpPr>
        <dsp:cNvPr id="0" name=""/>
        <dsp:cNvSpPr/>
      </dsp:nvSpPr>
      <dsp:spPr>
        <a:xfrm>
          <a:off x="0" y="448472"/>
          <a:ext cx="4176583" cy="3439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/>
            <a:t>PC: Program Counter</a:t>
          </a:r>
        </a:p>
      </dsp:txBody>
      <dsp:txXfrm>
        <a:off x="16792" y="465264"/>
        <a:ext cx="4142999" cy="310396"/>
      </dsp:txXfrm>
    </dsp:sp>
    <dsp:sp modelId="{55CF462F-BF36-AB46-8CEC-DF47A7AD20AB}">
      <dsp:nvSpPr>
        <dsp:cNvPr id="0" name=""/>
        <dsp:cNvSpPr/>
      </dsp:nvSpPr>
      <dsp:spPr>
        <a:xfrm>
          <a:off x="0" y="832772"/>
          <a:ext cx="4176583" cy="3439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/>
            <a:t>CIR: Current Instruction Register</a:t>
          </a:r>
        </a:p>
      </dsp:txBody>
      <dsp:txXfrm>
        <a:off x="16792" y="849564"/>
        <a:ext cx="4142999" cy="310396"/>
      </dsp:txXfrm>
    </dsp:sp>
    <dsp:sp modelId="{06D53BFE-6D11-8B40-9072-D897D7316CF7}">
      <dsp:nvSpPr>
        <dsp:cNvPr id="0" name=""/>
        <dsp:cNvSpPr/>
      </dsp:nvSpPr>
      <dsp:spPr>
        <a:xfrm>
          <a:off x="0" y="1217072"/>
          <a:ext cx="4176583" cy="3439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/>
            <a:t>MAR: Memory Address Register</a:t>
          </a:r>
        </a:p>
      </dsp:txBody>
      <dsp:txXfrm>
        <a:off x="16792" y="1233864"/>
        <a:ext cx="4142999" cy="310396"/>
      </dsp:txXfrm>
    </dsp:sp>
    <dsp:sp modelId="{CE8C7E57-29BA-C846-B890-A35F9B11AAC2}">
      <dsp:nvSpPr>
        <dsp:cNvPr id="0" name=""/>
        <dsp:cNvSpPr/>
      </dsp:nvSpPr>
      <dsp:spPr>
        <a:xfrm>
          <a:off x="0" y="1601372"/>
          <a:ext cx="4176583" cy="3439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/>
            <a:t>MDR: Memory Data Register</a:t>
          </a:r>
        </a:p>
      </dsp:txBody>
      <dsp:txXfrm>
        <a:off x="16792" y="1618164"/>
        <a:ext cx="4142999" cy="310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CFC4D7-F662-E448-BC97-4EDA1E29E9F8}">
      <dsp:nvSpPr>
        <dsp:cNvPr id="0" name=""/>
        <dsp:cNvSpPr/>
      </dsp:nvSpPr>
      <dsp:spPr>
        <a:xfrm>
          <a:off x="188480" y="886"/>
          <a:ext cx="1100211" cy="660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500" b="1" kern="1200"/>
            <a:t>Geheugen</a:t>
          </a:r>
          <a:endParaRPr lang="nl-NL" sz="1500" kern="1200"/>
        </a:p>
      </dsp:txBody>
      <dsp:txXfrm>
        <a:off x="207814" y="20220"/>
        <a:ext cx="1061543" cy="621458"/>
      </dsp:txXfrm>
    </dsp:sp>
    <dsp:sp modelId="{179E59BD-C2C8-1D40-90F5-12EB4261BF8F}">
      <dsp:nvSpPr>
        <dsp:cNvPr id="0" name=""/>
        <dsp:cNvSpPr/>
      </dsp:nvSpPr>
      <dsp:spPr>
        <a:xfrm>
          <a:off x="1385509" y="194523"/>
          <a:ext cx="233244" cy="2728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100" kern="1200"/>
        </a:p>
      </dsp:txBody>
      <dsp:txXfrm>
        <a:off x="1385509" y="249093"/>
        <a:ext cx="163271" cy="163712"/>
      </dsp:txXfrm>
    </dsp:sp>
    <dsp:sp modelId="{2B24CCF6-5C0C-654C-A7BD-5054F2362891}">
      <dsp:nvSpPr>
        <dsp:cNvPr id="0" name=""/>
        <dsp:cNvSpPr/>
      </dsp:nvSpPr>
      <dsp:spPr>
        <a:xfrm>
          <a:off x="1728775" y="886"/>
          <a:ext cx="1100211" cy="660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500" b="1" kern="1200"/>
            <a:t>Fetch</a:t>
          </a:r>
          <a:endParaRPr lang="nl-NL" sz="1500" kern="1200"/>
        </a:p>
      </dsp:txBody>
      <dsp:txXfrm>
        <a:off x="1748109" y="20220"/>
        <a:ext cx="1061543" cy="621458"/>
      </dsp:txXfrm>
    </dsp:sp>
    <dsp:sp modelId="{464DD754-3771-CB4D-B882-2A3C6B6638FE}">
      <dsp:nvSpPr>
        <dsp:cNvPr id="0" name=""/>
        <dsp:cNvSpPr/>
      </dsp:nvSpPr>
      <dsp:spPr>
        <a:xfrm>
          <a:off x="2925805" y="194523"/>
          <a:ext cx="233244" cy="2728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100" kern="1200"/>
        </a:p>
      </dsp:txBody>
      <dsp:txXfrm>
        <a:off x="2925805" y="249093"/>
        <a:ext cx="163271" cy="163712"/>
      </dsp:txXfrm>
    </dsp:sp>
    <dsp:sp modelId="{66FFA536-2A13-0F49-8856-D75406DF82D2}">
      <dsp:nvSpPr>
        <dsp:cNvPr id="0" name=""/>
        <dsp:cNvSpPr/>
      </dsp:nvSpPr>
      <dsp:spPr>
        <a:xfrm>
          <a:off x="3269071" y="886"/>
          <a:ext cx="1100211" cy="660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500" b="1" kern="1200"/>
            <a:t>Adresbus</a:t>
          </a:r>
          <a:endParaRPr lang="nl-NL" sz="1500" kern="1200"/>
        </a:p>
      </dsp:txBody>
      <dsp:txXfrm>
        <a:off x="3288405" y="20220"/>
        <a:ext cx="1061543" cy="621458"/>
      </dsp:txXfrm>
    </dsp:sp>
    <dsp:sp modelId="{EEF99893-4115-2646-8C0D-86AC2A0F703A}">
      <dsp:nvSpPr>
        <dsp:cNvPr id="0" name=""/>
        <dsp:cNvSpPr/>
      </dsp:nvSpPr>
      <dsp:spPr>
        <a:xfrm>
          <a:off x="4466100" y="194523"/>
          <a:ext cx="233244" cy="2728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100" kern="1200"/>
        </a:p>
      </dsp:txBody>
      <dsp:txXfrm>
        <a:off x="4466100" y="249093"/>
        <a:ext cx="163271" cy="163712"/>
      </dsp:txXfrm>
    </dsp:sp>
    <dsp:sp modelId="{3E15549A-13C4-9946-B618-E1ED5CE2B218}">
      <dsp:nvSpPr>
        <dsp:cNvPr id="0" name=""/>
        <dsp:cNvSpPr/>
      </dsp:nvSpPr>
      <dsp:spPr>
        <a:xfrm>
          <a:off x="4809366" y="886"/>
          <a:ext cx="1100211" cy="660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500" b="1" kern="1200"/>
            <a:t>CU</a:t>
          </a:r>
          <a:endParaRPr lang="nl-NL" sz="1500" kern="1200"/>
        </a:p>
      </dsp:txBody>
      <dsp:txXfrm>
        <a:off x="4828700" y="20220"/>
        <a:ext cx="1061543" cy="621458"/>
      </dsp:txXfrm>
    </dsp:sp>
    <dsp:sp modelId="{08734855-5444-CD47-859B-0A4D03C08EC9}">
      <dsp:nvSpPr>
        <dsp:cNvPr id="0" name=""/>
        <dsp:cNvSpPr/>
      </dsp:nvSpPr>
      <dsp:spPr>
        <a:xfrm rot="5400000">
          <a:off x="5242850" y="738027"/>
          <a:ext cx="233244" cy="2728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100" kern="1200"/>
        </a:p>
      </dsp:txBody>
      <dsp:txXfrm rot="-5400000">
        <a:off x="5277617" y="757831"/>
        <a:ext cx="163712" cy="163271"/>
      </dsp:txXfrm>
    </dsp:sp>
    <dsp:sp modelId="{3A6BDE0C-6903-1641-84AE-2AAA24E63DE0}">
      <dsp:nvSpPr>
        <dsp:cNvPr id="0" name=""/>
        <dsp:cNvSpPr/>
      </dsp:nvSpPr>
      <dsp:spPr>
        <a:xfrm>
          <a:off x="4809366" y="1101097"/>
          <a:ext cx="1100211" cy="660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500" b="1" kern="1200"/>
            <a:t>Decode</a:t>
          </a:r>
          <a:endParaRPr lang="nl-NL" sz="1500" kern="1200"/>
        </a:p>
      </dsp:txBody>
      <dsp:txXfrm>
        <a:off x="4828700" y="1120431"/>
        <a:ext cx="1061543" cy="621458"/>
      </dsp:txXfrm>
    </dsp:sp>
    <dsp:sp modelId="{B3791784-F65A-C74F-8CAE-20987806E726}">
      <dsp:nvSpPr>
        <dsp:cNvPr id="0" name=""/>
        <dsp:cNvSpPr/>
      </dsp:nvSpPr>
      <dsp:spPr>
        <a:xfrm rot="10800000">
          <a:off x="4479303" y="1294734"/>
          <a:ext cx="233244" cy="2728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100" kern="1200"/>
        </a:p>
      </dsp:txBody>
      <dsp:txXfrm rot="10800000">
        <a:off x="4549276" y="1349304"/>
        <a:ext cx="163271" cy="163712"/>
      </dsp:txXfrm>
    </dsp:sp>
    <dsp:sp modelId="{C90CBB15-3CF7-1F4D-A04B-0E4EEFEB122F}">
      <dsp:nvSpPr>
        <dsp:cNvPr id="0" name=""/>
        <dsp:cNvSpPr/>
      </dsp:nvSpPr>
      <dsp:spPr>
        <a:xfrm>
          <a:off x="3269071" y="1101097"/>
          <a:ext cx="1100211" cy="660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500" b="1" kern="1200"/>
            <a:t>Register</a:t>
          </a:r>
          <a:endParaRPr lang="nl-NL" sz="1500" kern="1200"/>
        </a:p>
      </dsp:txBody>
      <dsp:txXfrm>
        <a:off x="3288405" y="1120431"/>
        <a:ext cx="1061543" cy="621458"/>
      </dsp:txXfrm>
    </dsp:sp>
    <dsp:sp modelId="{E41E0ADB-820C-F241-AD55-26CA3B878ED2}">
      <dsp:nvSpPr>
        <dsp:cNvPr id="0" name=""/>
        <dsp:cNvSpPr/>
      </dsp:nvSpPr>
      <dsp:spPr>
        <a:xfrm rot="10800000">
          <a:off x="2939007" y="1294734"/>
          <a:ext cx="233244" cy="2728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100" kern="1200"/>
        </a:p>
      </dsp:txBody>
      <dsp:txXfrm rot="10800000">
        <a:off x="3008980" y="1349304"/>
        <a:ext cx="163271" cy="163712"/>
      </dsp:txXfrm>
    </dsp:sp>
    <dsp:sp modelId="{639D41F8-E9FD-C44E-AAF5-DE774B364891}">
      <dsp:nvSpPr>
        <dsp:cNvPr id="0" name=""/>
        <dsp:cNvSpPr/>
      </dsp:nvSpPr>
      <dsp:spPr>
        <a:xfrm>
          <a:off x="1728775" y="1101097"/>
          <a:ext cx="1100211" cy="660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500" b="1" kern="1200"/>
            <a:t>ALU</a:t>
          </a:r>
          <a:endParaRPr lang="nl-NL" sz="1500" kern="1200"/>
        </a:p>
      </dsp:txBody>
      <dsp:txXfrm>
        <a:off x="1748109" y="1120431"/>
        <a:ext cx="1061543" cy="621458"/>
      </dsp:txXfrm>
    </dsp:sp>
    <dsp:sp modelId="{AE85299F-1FC2-2341-8DE3-957C06BD6609}">
      <dsp:nvSpPr>
        <dsp:cNvPr id="0" name=""/>
        <dsp:cNvSpPr/>
      </dsp:nvSpPr>
      <dsp:spPr>
        <a:xfrm rot="10800000">
          <a:off x="1398712" y="1294734"/>
          <a:ext cx="233244" cy="2728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100" kern="1200"/>
        </a:p>
      </dsp:txBody>
      <dsp:txXfrm rot="10800000">
        <a:off x="1468685" y="1349304"/>
        <a:ext cx="163271" cy="163712"/>
      </dsp:txXfrm>
    </dsp:sp>
    <dsp:sp modelId="{F957FEC3-8E1A-4E46-B561-6896D680F96D}">
      <dsp:nvSpPr>
        <dsp:cNvPr id="0" name=""/>
        <dsp:cNvSpPr/>
      </dsp:nvSpPr>
      <dsp:spPr>
        <a:xfrm>
          <a:off x="188480" y="1101097"/>
          <a:ext cx="1100211" cy="660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500" b="1" kern="1200"/>
            <a:t>Execute</a:t>
          </a:r>
          <a:endParaRPr lang="nl-NL" sz="1500" kern="1200"/>
        </a:p>
      </dsp:txBody>
      <dsp:txXfrm>
        <a:off x="207814" y="1120431"/>
        <a:ext cx="1061543" cy="621458"/>
      </dsp:txXfrm>
    </dsp:sp>
    <dsp:sp modelId="{26898997-FD0B-F64E-B3A3-0E286F3F1DED}">
      <dsp:nvSpPr>
        <dsp:cNvPr id="0" name=""/>
        <dsp:cNvSpPr/>
      </dsp:nvSpPr>
      <dsp:spPr>
        <a:xfrm rot="5400000">
          <a:off x="621963" y="1838239"/>
          <a:ext cx="233244" cy="2728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100" kern="1200"/>
        </a:p>
      </dsp:txBody>
      <dsp:txXfrm rot="-5400000">
        <a:off x="656730" y="1858043"/>
        <a:ext cx="163712" cy="163271"/>
      </dsp:txXfrm>
    </dsp:sp>
    <dsp:sp modelId="{3A1E6F32-CF66-5849-8991-B8527CBE92C4}">
      <dsp:nvSpPr>
        <dsp:cNvPr id="0" name=""/>
        <dsp:cNvSpPr/>
      </dsp:nvSpPr>
      <dsp:spPr>
        <a:xfrm>
          <a:off x="188480" y="2201308"/>
          <a:ext cx="1100211" cy="660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500" b="1" kern="1200"/>
            <a:t>Register</a:t>
          </a:r>
          <a:endParaRPr lang="nl-NL" sz="1500" kern="1200"/>
        </a:p>
      </dsp:txBody>
      <dsp:txXfrm>
        <a:off x="207814" y="2220642"/>
        <a:ext cx="1061543" cy="621458"/>
      </dsp:txXfrm>
    </dsp:sp>
    <dsp:sp modelId="{92E87463-789C-934D-BC97-D3C90C38DAF8}">
      <dsp:nvSpPr>
        <dsp:cNvPr id="0" name=""/>
        <dsp:cNvSpPr/>
      </dsp:nvSpPr>
      <dsp:spPr>
        <a:xfrm>
          <a:off x="1385509" y="2394945"/>
          <a:ext cx="233244" cy="2728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NL" sz="1100" kern="1200"/>
        </a:p>
      </dsp:txBody>
      <dsp:txXfrm>
        <a:off x="1385509" y="2449515"/>
        <a:ext cx="163271" cy="163712"/>
      </dsp:txXfrm>
    </dsp:sp>
    <dsp:sp modelId="{D5D63F65-6D36-7F41-8DB6-3EEECF370467}">
      <dsp:nvSpPr>
        <dsp:cNvPr id="0" name=""/>
        <dsp:cNvSpPr/>
      </dsp:nvSpPr>
      <dsp:spPr>
        <a:xfrm>
          <a:off x="1728775" y="2201308"/>
          <a:ext cx="1100211" cy="660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500" b="1" kern="1200"/>
            <a:t>Store</a:t>
          </a:r>
          <a:endParaRPr lang="nl-NL" sz="1500" kern="1200"/>
        </a:p>
      </dsp:txBody>
      <dsp:txXfrm>
        <a:off x="1748109" y="2220642"/>
        <a:ext cx="1061543" cy="6214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A9E93F-5DEA-56CC-DF04-F87044E94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C1933F4-C8BC-CE72-34DB-CBE3F63B6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44A0B7F-0926-8AB7-B005-4254EDBB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A2DA-1EA2-C346-972E-8D9C954CACCA}" type="datetimeFigureOut">
              <a:rPr lang="nl-NL" smtClean="0"/>
              <a:t>05-12-2024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2F0AFD-3047-0B8A-C86B-C02874D10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2303903-8BE2-3B62-A8FE-5292DD36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5E6F-2E48-B64E-BFBD-A33214DC2B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2658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E82139-4C8B-0B6A-D7F4-69ED1635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28E5D64-0DC1-A045-727C-011DCE2A5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4484F5-B86B-577D-A5F4-470C95EC0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A2DA-1EA2-C346-972E-8D9C954CACCA}" type="datetimeFigureOut">
              <a:rPr lang="nl-NL" smtClean="0"/>
              <a:t>05-12-2024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A1DC1DD-1C1D-DC87-D7DE-0732D4779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271DE77-BBE9-DB00-6E30-97165A220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5E6F-2E48-B64E-BFBD-A33214DC2B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201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2FC1BA-763A-8580-C29C-429FDE7E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3560690-D312-A366-C88C-F8FE528F5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F4A6F28-BD30-7315-8743-01FF9D09F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A2DA-1EA2-C346-972E-8D9C954CACCA}" type="datetimeFigureOut">
              <a:rPr lang="nl-NL" smtClean="0"/>
              <a:t>05-12-2024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642A114-5317-BE39-7899-28AF45EE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C8E38F2-F864-9EEC-DEB1-19D8F69B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5E6F-2E48-B64E-BFBD-A33214DC2B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2457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7A913-1D55-10CB-5C9C-A23E028D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65A775C-0207-E3EE-D528-EC4BFB005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A4B8BC8-C0E5-143A-77F9-E664FA9E7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EA1C44D-F121-A182-CB61-758041855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A2DA-1EA2-C346-972E-8D9C954CACCA}" type="datetimeFigureOut">
              <a:rPr lang="nl-NL" smtClean="0"/>
              <a:t>05-12-2024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DC79F56-9FD1-CE39-8616-79F30B651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0AE9326-4FA4-6389-A6BF-71FFCF85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5E6F-2E48-B64E-BFBD-A33214DC2B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5132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C9E46D-02C2-C01B-87C2-D37D094E8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67031EB-3CFA-C68F-B24C-63D1E2243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A236B63-D564-27A0-F2B7-62788C21D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73A9221-1684-BBB7-CAFB-746D9EE34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0D1B69C-7658-BB0B-A59D-7EC4D21A0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7FE914C-BC11-D036-492D-F6E60C70F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A2DA-1EA2-C346-972E-8D9C954CACCA}" type="datetimeFigureOut">
              <a:rPr lang="nl-NL" smtClean="0"/>
              <a:t>05-12-2024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ACA20C3-1827-E7DD-608D-F0765A34D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5617863-B62B-48BA-BDCB-44167F3C4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5E6F-2E48-B64E-BFBD-A33214DC2B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9561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5AD5EB-491D-E9D4-C5EC-CB67795B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58C31E3-E6DC-2A36-1E71-4714F0D48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A2DA-1EA2-C346-972E-8D9C954CACCA}" type="datetimeFigureOut">
              <a:rPr lang="nl-NL" smtClean="0"/>
              <a:t>05-12-2024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E9D5E5D-A432-FDD7-F6FD-819B196B6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FEDE91-D1F3-3B7F-BCAE-0E2D9FD0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5E6F-2E48-B64E-BFBD-A33214DC2B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959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099B3DD6-5E57-3C02-028F-9C5D991B0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A2DA-1EA2-C346-972E-8D9C954CACCA}" type="datetimeFigureOut">
              <a:rPr lang="nl-NL" smtClean="0"/>
              <a:t>05-12-2024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1E2C445-045B-D22B-5F81-3A4398D06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4719DBF-3866-4816-1709-88CB89A5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5E6F-2E48-B64E-BFBD-A33214DC2B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1694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9496F3-496E-8E62-2994-2F358F85A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01D9914-49A1-4BC7-685E-83AB85A42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46ABAD2-B5AB-2E9C-AE77-92C653B33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8EF5CBB-623D-E78E-8E25-F38ADCAE3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A2DA-1EA2-C346-972E-8D9C954CACCA}" type="datetimeFigureOut">
              <a:rPr lang="nl-NL" smtClean="0"/>
              <a:t>05-12-2024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D5582E3-D142-7514-E54C-F70077818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59BA30C-80CD-3BC8-9B6B-62A00C1C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5E6F-2E48-B64E-BFBD-A33214DC2B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4038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FD0D96-C41C-1301-6FFA-0A8F5B554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FE3BCAD6-78F5-A052-8EA0-3DA4A5343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A1306E6-5E77-F139-6FF2-8A84DF13E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BD2F9D3-1526-2217-5762-F5E8BAC5B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A2DA-1EA2-C346-972E-8D9C954CACCA}" type="datetimeFigureOut">
              <a:rPr lang="nl-NL" smtClean="0"/>
              <a:t>05-12-2024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C4FB11B-2A49-6C6A-F305-0DCB1680C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FF86238-9084-F590-000E-410BFF723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5E6F-2E48-B64E-BFBD-A33214DC2B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5267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3E395C-44AB-49D1-6C2D-F9EA3209C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66444BE-3A9E-3184-FC7F-E99EAF72B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4AAA5A7-8FB8-FD89-1CFA-F3D837EE9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A2DA-1EA2-C346-972E-8D9C954CACCA}" type="datetimeFigureOut">
              <a:rPr lang="nl-NL" smtClean="0"/>
              <a:t>05-12-2024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3D5493A-12EE-DEAE-6C7C-E38B48A0C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AC19D78-4CB1-08E2-D7A8-D93AA985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5E6F-2E48-B64E-BFBD-A33214DC2B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8457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486E613-F7D8-F09D-E172-A3763A81F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1A621A9-0132-2B6E-7395-12CD07782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0E636B3-EE1C-B3E8-EDF8-992CFD874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A2DA-1EA2-C346-972E-8D9C954CACCA}" type="datetimeFigureOut">
              <a:rPr lang="nl-NL" smtClean="0"/>
              <a:t>05-12-2024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9702540-FB86-F90F-39EE-4BB2F4A40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AED5AC5-CC54-6C65-82CA-69476E523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5E6F-2E48-B64E-BFBD-A33214DC2B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37120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5E94849-753E-C7CF-1D3E-21F20C082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95D0846-676E-817E-ADC1-C8ED999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92C97AB-A9EC-9456-C299-824C10F1A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9EA2DA-1EA2-C346-972E-8D9C954CACCA}" type="datetimeFigureOut">
              <a:rPr lang="nl-NL" smtClean="0"/>
              <a:t>05-12-2024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CD2B460-8E47-5EFE-294E-B45078880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BEB42AF-3D60-E493-25CC-1AC67E72B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015E6F-2E48-B64E-BFBD-A33214DC2B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9866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65C2DD5-B8BC-2EDD-A205-19B462438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nl-NL" sz="4800"/>
              <a:t>Computerarchitectuur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BD190EB-8A56-E16A-6922-619D73C69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anchor="ctr">
            <a:normAutofit/>
          </a:bodyPr>
          <a:lstStyle/>
          <a:p>
            <a:pPr algn="l"/>
            <a:r>
              <a:rPr lang="nl-NL">
                <a:solidFill>
                  <a:srgbClr val="FFFFFF"/>
                </a:solidFill>
              </a:rPr>
              <a:t>Nog dieper de processor in</a:t>
            </a:r>
          </a:p>
        </p:txBody>
      </p:sp>
    </p:spTree>
    <p:extLst>
      <p:ext uri="{BB962C8B-B14F-4D97-AF65-F5344CB8AC3E}">
        <p14:creationId xmlns:p14="http://schemas.microsoft.com/office/powerpoint/2010/main" val="145166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FDCA0C9-38BF-ACA7-6DAE-E910EF323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nl-NL" sz="4000"/>
              <a:t>Vorige week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E776E1E-D2E9-D183-47E8-AC12F2EB4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nl-NL" sz="2000"/>
              <a:t>NAND Game</a:t>
            </a:r>
          </a:p>
          <a:p>
            <a:r>
              <a:rPr lang="nl-NL" sz="2000"/>
              <a:t>Van 1 en 0 naar stroompjes</a:t>
            </a:r>
          </a:p>
          <a:p>
            <a:r>
              <a:rPr lang="nl-NL" sz="2000"/>
              <a:t>De Von Neumann architectuur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E99222-0E63-8ED4-75FC-340954FE9E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944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000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B0CFDC8-E0BE-246F-B04D-85B524B21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766" y="1146412"/>
            <a:ext cx="9014348" cy="24020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Deze week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2166EE6-14D6-56B4-04ED-EB4C8A46B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29765" y="4892722"/>
            <a:ext cx="6387155" cy="107817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 Von Neumann-architectuur in meer detail</a:t>
            </a:r>
          </a:p>
        </p:txBody>
      </p:sp>
    </p:spTree>
    <p:extLst>
      <p:ext uri="{BB962C8B-B14F-4D97-AF65-F5344CB8AC3E}">
        <p14:creationId xmlns:p14="http://schemas.microsoft.com/office/powerpoint/2010/main" val="2141047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B9A51A38-4B79-E4FB-9632-CF04F18DE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4667"/>
            <a:ext cx="11277600" cy="5328666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B9047400-C08B-4AD8-02D2-F1D4EE9F3445}"/>
              </a:ext>
            </a:extLst>
          </p:cNvPr>
          <p:cNvSpPr txBox="1"/>
          <p:nvPr/>
        </p:nvSpPr>
        <p:spPr>
          <a:xfrm>
            <a:off x="454888" y="3583459"/>
            <a:ext cx="2496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Wereld naar computer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4989A5CB-6F0F-4557-0FC8-B4882CCC6FD7}"/>
              </a:ext>
            </a:extLst>
          </p:cNvPr>
          <p:cNvSpPr txBox="1"/>
          <p:nvPr/>
        </p:nvSpPr>
        <p:spPr>
          <a:xfrm>
            <a:off x="9068535" y="2537254"/>
            <a:ext cx="2496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dirty="0"/>
              <a:t>Computer naar wereld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2488DD4-9C8E-8180-F8D2-07F376DD7110}"/>
              </a:ext>
            </a:extLst>
          </p:cNvPr>
          <p:cNvSpPr txBox="1"/>
          <p:nvPr/>
        </p:nvSpPr>
        <p:spPr>
          <a:xfrm>
            <a:off x="4746801" y="853679"/>
            <a:ext cx="2496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In de computer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C2367C80-8148-CA3C-753E-C252D1926812}"/>
              </a:ext>
            </a:extLst>
          </p:cNvPr>
          <p:cNvSpPr txBox="1"/>
          <p:nvPr/>
        </p:nvSpPr>
        <p:spPr>
          <a:xfrm>
            <a:off x="454888" y="3274541"/>
            <a:ext cx="2496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Analoog </a:t>
            </a:r>
            <a:r>
              <a:rPr lang="nl-NL" dirty="0">
                <a:sym typeface="Wingdings" pitchFamily="2" charset="2"/>
              </a:rPr>
              <a:t> Digitaal</a:t>
            </a:r>
            <a:endParaRPr lang="nl-NL" dirty="0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8682C22C-ECC2-3B2D-C99D-9CEEA9993A06}"/>
              </a:ext>
            </a:extLst>
          </p:cNvPr>
          <p:cNvSpPr txBox="1"/>
          <p:nvPr/>
        </p:nvSpPr>
        <p:spPr>
          <a:xfrm>
            <a:off x="9068535" y="2264352"/>
            <a:ext cx="2496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dirty="0"/>
              <a:t>Digitaal </a:t>
            </a:r>
            <a:r>
              <a:rPr lang="nl-NL" dirty="0">
                <a:sym typeface="Wingdings" pitchFamily="2" charset="2"/>
              </a:rPr>
              <a:t> Analoog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90760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8" grpId="1"/>
      <p:bldP spid="10" grpId="0"/>
      <p:bldP spid="1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26B6DC70-812A-DB6E-F241-4C492042D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04" y="643467"/>
            <a:ext cx="7958668" cy="5571066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3BE9518-C7EE-D477-3778-60E435EAFB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6798578"/>
              </p:ext>
            </p:extLst>
          </p:nvPr>
        </p:nvGraphicFramePr>
        <p:xfrm>
          <a:off x="7352270" y="4053016"/>
          <a:ext cx="4176583" cy="2009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8F376118-34A5-29BE-C4C3-088963A537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1172" y="1286517"/>
            <a:ext cx="3048000" cy="2451100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DEE630C9-A023-E416-3DE7-1F44A2C0C2F7}"/>
              </a:ext>
            </a:extLst>
          </p:cNvPr>
          <p:cNvSpPr txBox="1"/>
          <p:nvPr/>
        </p:nvSpPr>
        <p:spPr>
          <a:xfrm>
            <a:off x="8389496" y="889320"/>
            <a:ext cx="3412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Fetch</a:t>
            </a:r>
            <a:r>
              <a:rPr lang="nl-NL" dirty="0"/>
              <a:t> – </a:t>
            </a:r>
            <a:r>
              <a:rPr lang="nl-NL" dirty="0" err="1"/>
              <a:t>Decode</a:t>
            </a:r>
            <a:r>
              <a:rPr lang="nl-NL" dirty="0"/>
              <a:t> – </a:t>
            </a:r>
            <a:r>
              <a:rPr lang="nl-NL" dirty="0" err="1"/>
              <a:t>Execute</a:t>
            </a:r>
            <a:r>
              <a:rPr lang="nl-NL" dirty="0"/>
              <a:t> cyclus</a:t>
            </a:r>
          </a:p>
        </p:txBody>
      </p:sp>
    </p:spTree>
    <p:extLst>
      <p:ext uri="{BB962C8B-B14F-4D97-AF65-F5344CB8AC3E}">
        <p14:creationId xmlns:p14="http://schemas.microsoft.com/office/powerpoint/2010/main" val="184825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50309C5-5D45-A142-9A62-19F92F96B9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6E69D0B-9D4A-BD4A-8C70-8C10A5F169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5CF462F-BF36-AB46-8CEC-DF47A7AD20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6D53BFE-6D11-8B40-9072-D897D7316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E8C7E57-29BA-C846-B890-A35F9B11AA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D554B40A-6AA5-6AE0-2C8D-59D7A497F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27" y="117389"/>
            <a:ext cx="6096000" cy="4572000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3B1934EE-447F-9DE6-292C-4DB42953B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810" y="495986"/>
            <a:ext cx="3048000" cy="2451100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FE79D633-8F40-2F72-AADF-A01B170394A0}"/>
              </a:ext>
            </a:extLst>
          </p:cNvPr>
          <p:cNvSpPr txBox="1"/>
          <p:nvPr/>
        </p:nvSpPr>
        <p:spPr>
          <a:xfrm>
            <a:off x="2950174" y="4806779"/>
            <a:ext cx="6589241" cy="156966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nl-NL" sz="3200" dirty="0">
                <a:solidFill>
                  <a:srgbClr val="0E0E0E"/>
                </a:solidFill>
                <a:effectLst/>
                <a:latin typeface=".SF NS"/>
              </a:rPr>
              <a:t>Tel de waarde van register R1 en register R2 op en sla het resultaat op in register R3.</a:t>
            </a:r>
          </a:p>
        </p:txBody>
      </p:sp>
    </p:spTree>
    <p:extLst>
      <p:ext uri="{BB962C8B-B14F-4D97-AF65-F5344CB8AC3E}">
        <p14:creationId xmlns:p14="http://schemas.microsoft.com/office/powerpoint/2010/main" val="36549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974D96-EECE-2C5C-BC6D-3722D238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r"/>
            <a:r>
              <a:rPr lang="en-US" sz="50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Tel de </a:t>
            </a:r>
            <a:r>
              <a:rPr lang="en-US" sz="50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waarde</a:t>
            </a:r>
            <a:r>
              <a:rPr lang="en-US" sz="50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van </a:t>
            </a:r>
            <a:br>
              <a:rPr lang="en-US" sz="50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50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register R1 </a:t>
            </a:r>
            <a:r>
              <a:rPr lang="en-US" sz="50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en</a:t>
            </a:r>
            <a:r>
              <a:rPr lang="en-US" sz="50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register R2 op </a:t>
            </a:r>
            <a:br>
              <a:rPr lang="en-US" sz="50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50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en</a:t>
            </a:r>
            <a:r>
              <a:rPr lang="en-US" sz="50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50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sla</a:t>
            </a:r>
            <a:r>
              <a:rPr lang="en-US" sz="50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het </a:t>
            </a:r>
            <a:r>
              <a:rPr lang="en-US" sz="50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resultaat</a:t>
            </a:r>
            <a:r>
              <a:rPr lang="en-US" sz="50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op </a:t>
            </a:r>
            <a:br>
              <a:rPr lang="en-US" sz="50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50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in register R3.</a:t>
            </a:r>
            <a:br>
              <a:rPr lang="en-US" sz="50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5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11A8A26-C0D0-DEB4-7482-6D6DC61AB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46D38A2-786A-056B-C3A4-A0A3EEC1CA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8586152"/>
              </p:ext>
            </p:extLst>
          </p:nvPr>
        </p:nvGraphicFramePr>
        <p:xfrm>
          <a:off x="903406" y="3079577"/>
          <a:ext cx="6098058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070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5479</TotalTime>
  <Words>123</Words>
  <Application>Microsoft Macintosh PowerPoint</Application>
  <PresentationFormat>Breedbeeld</PresentationFormat>
  <Paragraphs>31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3" baseType="lpstr">
      <vt:lpstr>.SF NS</vt:lpstr>
      <vt:lpstr>Aptos</vt:lpstr>
      <vt:lpstr>Aptos Display</vt:lpstr>
      <vt:lpstr>Arial</vt:lpstr>
      <vt:lpstr>Wingdings</vt:lpstr>
      <vt:lpstr>Kantoorthema</vt:lpstr>
      <vt:lpstr>Computerarchitectuur</vt:lpstr>
      <vt:lpstr>Vorige week</vt:lpstr>
      <vt:lpstr>Deze week</vt:lpstr>
      <vt:lpstr>PowerPoint-presentatie</vt:lpstr>
      <vt:lpstr>PowerPoint-presentatie</vt:lpstr>
      <vt:lpstr>PowerPoint-presentatie</vt:lpstr>
      <vt:lpstr>Tel de waarde van  register R1 en register R2 op  en sla het resultaat op  in register R3.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Pieter van Engelen</dc:creator>
  <cp:lastModifiedBy>Pieter van Engelen</cp:lastModifiedBy>
  <cp:revision>1</cp:revision>
  <dcterms:created xsi:type="dcterms:W3CDTF">2024-12-05T12:39:49Z</dcterms:created>
  <dcterms:modified xsi:type="dcterms:W3CDTF">2024-12-09T07:59:39Z</dcterms:modified>
</cp:coreProperties>
</file>